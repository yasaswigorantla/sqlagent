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306" r:id="rId2"/>
    <p:sldId id="257" r:id="rId3"/>
    <p:sldId id="312" r:id="rId4"/>
    <p:sldId id="313" r:id="rId5"/>
    <p:sldId id="315" r:id="rId6"/>
    <p:sldId id="279" r:id="rId7"/>
    <p:sldId id="316" r:id="rId8"/>
    <p:sldId id="360" r:id="rId9"/>
    <p:sldId id="361" r:id="rId10"/>
    <p:sldId id="362" r:id="rId11"/>
    <p:sldId id="297" r:id="rId12"/>
    <p:sldId id="323" r:id="rId13"/>
    <p:sldId id="348" r:id="rId14"/>
    <p:sldId id="263" r:id="rId15"/>
    <p:sldId id="358" r:id="rId16"/>
    <p:sldId id="359" r:id="rId17"/>
    <p:sldId id="317" r:id="rId18"/>
    <p:sldId id="319" r:id="rId19"/>
    <p:sldId id="350" r:id="rId20"/>
    <p:sldId id="351" r:id="rId21"/>
    <p:sldId id="353" r:id="rId22"/>
    <p:sldId id="354" r:id="rId23"/>
    <p:sldId id="355" r:id="rId24"/>
    <p:sldId id="356" r:id="rId25"/>
    <p:sldId id="33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8" userDrawn="1">
          <p15:clr>
            <a:srgbClr val="A4A3A4"/>
          </p15:clr>
        </p15:guide>
        <p15:guide id="2" pos="3826" userDrawn="1">
          <p15:clr>
            <a:srgbClr val="A4A3A4"/>
          </p15:clr>
        </p15:guide>
        <p15:guide id="3" pos="286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epika pudi" initials="dp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1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99E24D-0F5D-427C-B379-3FA739376310}" v="88" dt="2026-04-19T18:13:48.5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05" autoAdjust="0"/>
    <p:restoredTop sz="98511" autoAdjust="0"/>
  </p:normalViewPr>
  <p:slideViewPr>
    <p:cSldViewPr snapToGrid="0" showGuides="1">
      <p:cViewPr varScale="1">
        <p:scale>
          <a:sx n="82" d="100"/>
          <a:sy n="82" d="100"/>
        </p:scale>
        <p:origin x="1598" y="72"/>
      </p:cViewPr>
      <p:guideLst>
        <p:guide orient="horz" pos="2138"/>
        <p:guide pos="3826"/>
        <p:guide pos="286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aswi gorantla" userId="2f16631c7a389d8d" providerId="LiveId" clId="{A40206C9-DFCE-4811-BAEF-BB18672E5FDE}"/>
    <pc:docChg chg="undo redo custSel addSld delSld modSld">
      <pc:chgData name="yasaswi gorantla" userId="2f16631c7a389d8d" providerId="LiveId" clId="{A40206C9-DFCE-4811-BAEF-BB18672E5FDE}" dt="2026-04-20T07:14:15.881" v="616" actId="1076"/>
      <pc:docMkLst>
        <pc:docMk/>
      </pc:docMkLst>
      <pc:sldChg chg="addSp delSp modSp mod">
        <pc:chgData name="yasaswi gorantla" userId="2f16631c7a389d8d" providerId="LiveId" clId="{A40206C9-DFCE-4811-BAEF-BB18672E5FDE}" dt="2026-04-19T16:40:21.108" v="92" actId="5793"/>
        <pc:sldMkLst>
          <pc:docMk/>
          <pc:sldMk cId="0" sldId="257"/>
        </pc:sldMkLst>
        <pc:spChg chg="add del mod">
          <ac:chgData name="yasaswi gorantla" userId="2f16631c7a389d8d" providerId="LiveId" clId="{A40206C9-DFCE-4811-BAEF-BB18672E5FDE}" dt="2026-04-19T16:01:05.275" v="32" actId="478"/>
          <ac:spMkLst>
            <pc:docMk/>
            <pc:sldMk cId="0" sldId="257"/>
            <ac:spMk id="3" creationId="{DECE94B8-5899-9E94-579A-2AAF342F61D9}"/>
          </ac:spMkLst>
        </pc:spChg>
        <pc:spChg chg="mod">
          <ac:chgData name="yasaswi gorantla" userId="2f16631c7a389d8d" providerId="LiveId" clId="{A40206C9-DFCE-4811-BAEF-BB18672E5FDE}" dt="2026-04-19T16:40:21.108" v="92" actId="5793"/>
          <ac:spMkLst>
            <pc:docMk/>
            <pc:sldMk cId="0" sldId="257"/>
            <ac:spMk id="1048620" creationId="{00000000-0000-0000-0000-000000000000}"/>
          </ac:spMkLst>
        </pc:spChg>
      </pc:sldChg>
      <pc:sldChg chg="modSp mod">
        <pc:chgData name="yasaswi gorantla" userId="2f16631c7a389d8d" providerId="LiveId" clId="{A40206C9-DFCE-4811-BAEF-BB18672E5FDE}" dt="2026-04-19T17:51:01.178" v="450" actId="1076"/>
        <pc:sldMkLst>
          <pc:docMk/>
          <pc:sldMk cId="0" sldId="263"/>
        </pc:sldMkLst>
        <pc:spChg chg="mod">
          <ac:chgData name="yasaswi gorantla" userId="2f16631c7a389d8d" providerId="LiveId" clId="{A40206C9-DFCE-4811-BAEF-BB18672E5FDE}" dt="2026-04-19T17:51:01.178" v="450" actId="1076"/>
          <ac:spMkLst>
            <pc:docMk/>
            <pc:sldMk cId="0" sldId="263"/>
            <ac:spMk id="5" creationId="{00000000-0000-0000-0000-000000000000}"/>
          </ac:spMkLst>
        </pc:spChg>
      </pc:sldChg>
      <pc:sldChg chg="addSp delSp modSp mod">
        <pc:chgData name="yasaswi gorantla" userId="2f16631c7a389d8d" providerId="LiveId" clId="{A40206C9-DFCE-4811-BAEF-BB18672E5FDE}" dt="2026-04-19T17:41:10.562" v="317" actId="1076"/>
        <pc:sldMkLst>
          <pc:docMk/>
          <pc:sldMk cId="0" sldId="297"/>
        </pc:sldMkLst>
        <pc:spChg chg="del">
          <ac:chgData name="yasaswi gorantla" userId="2f16631c7a389d8d" providerId="LiveId" clId="{A40206C9-DFCE-4811-BAEF-BB18672E5FDE}" dt="2026-04-19T17:37:40.482" v="245" actId="478"/>
          <ac:spMkLst>
            <pc:docMk/>
            <pc:sldMk cId="0" sldId="297"/>
            <ac:spMk id="2" creationId="{00000000-0000-0000-0000-000000000000}"/>
          </ac:spMkLst>
        </pc:spChg>
        <pc:spChg chg="add del mod">
          <ac:chgData name="yasaswi gorantla" userId="2f16631c7a389d8d" providerId="LiveId" clId="{A40206C9-DFCE-4811-BAEF-BB18672E5FDE}" dt="2026-04-19T17:37:48.155" v="248" actId="478"/>
          <ac:spMkLst>
            <pc:docMk/>
            <pc:sldMk cId="0" sldId="297"/>
            <ac:spMk id="5" creationId="{6D5D6001-A722-9FB8-37E9-5B196976D346}"/>
          </ac:spMkLst>
        </pc:spChg>
        <pc:spChg chg="mod">
          <ac:chgData name="yasaswi gorantla" userId="2f16631c7a389d8d" providerId="LiveId" clId="{A40206C9-DFCE-4811-BAEF-BB18672E5FDE}" dt="2026-04-19T17:41:01.856" v="315" actId="20577"/>
          <ac:spMkLst>
            <pc:docMk/>
            <pc:sldMk cId="0" sldId="297"/>
            <ac:spMk id="6" creationId="{00000000-0000-0000-0000-000000000000}"/>
          </ac:spMkLst>
        </pc:spChg>
        <pc:picChg chg="mod">
          <ac:chgData name="yasaswi gorantla" userId="2f16631c7a389d8d" providerId="LiveId" clId="{A40206C9-DFCE-4811-BAEF-BB18672E5FDE}" dt="2026-04-19T17:41:10.562" v="317" actId="1076"/>
          <ac:picMkLst>
            <pc:docMk/>
            <pc:sldMk cId="0" sldId="297"/>
            <ac:picMk id="4" creationId="{FF0FEB8B-ED6E-163A-6EEF-76EE577729AB}"/>
          </ac:picMkLst>
        </pc:picChg>
      </pc:sldChg>
      <pc:sldChg chg="modSp mod">
        <pc:chgData name="yasaswi gorantla" userId="2f16631c7a389d8d" providerId="LiveId" clId="{A40206C9-DFCE-4811-BAEF-BB18672E5FDE}" dt="2026-04-19T18:16:24.347" v="611" actId="2710"/>
        <pc:sldMkLst>
          <pc:docMk/>
          <pc:sldMk cId="0" sldId="306"/>
        </pc:sldMkLst>
        <pc:spChg chg="mod">
          <ac:chgData name="yasaswi gorantla" userId="2f16631c7a389d8d" providerId="LiveId" clId="{A40206C9-DFCE-4811-BAEF-BB18672E5FDE}" dt="2026-04-19T15:58:11.301" v="5" actId="20577"/>
          <ac:spMkLst>
            <pc:docMk/>
            <pc:sldMk cId="0" sldId="306"/>
            <ac:spMk id="2" creationId="{D59E2D00-B9EF-C327-BCDD-45E6CDC837BA}"/>
          </ac:spMkLst>
        </pc:spChg>
        <pc:spChg chg="mod">
          <ac:chgData name="yasaswi gorantla" userId="2f16631c7a389d8d" providerId="LiveId" clId="{A40206C9-DFCE-4811-BAEF-BB18672E5FDE}" dt="2026-04-19T18:16:24.347" v="611" actId="2710"/>
          <ac:spMkLst>
            <pc:docMk/>
            <pc:sldMk cId="0" sldId="306"/>
            <ac:spMk id="1048587" creationId="{00000000-0000-0000-0000-000000000000}"/>
          </ac:spMkLst>
        </pc:spChg>
        <pc:spChg chg="mod">
          <ac:chgData name="yasaswi gorantla" userId="2f16631c7a389d8d" providerId="LiveId" clId="{A40206C9-DFCE-4811-BAEF-BB18672E5FDE}" dt="2026-04-19T18:16:06.755" v="608" actId="1076"/>
          <ac:spMkLst>
            <pc:docMk/>
            <pc:sldMk cId="0" sldId="306"/>
            <ac:spMk id="1048588" creationId="{00000000-0000-0000-0000-000000000000}"/>
          </ac:spMkLst>
        </pc:spChg>
      </pc:sldChg>
      <pc:sldChg chg="modSp mod">
        <pc:chgData name="yasaswi gorantla" userId="2f16631c7a389d8d" providerId="LiveId" clId="{A40206C9-DFCE-4811-BAEF-BB18672E5FDE}" dt="2026-04-19T17:53:11.379" v="506" actId="20577"/>
        <pc:sldMkLst>
          <pc:docMk/>
          <pc:sldMk cId="0" sldId="312"/>
        </pc:sldMkLst>
        <pc:spChg chg="mod">
          <ac:chgData name="yasaswi gorantla" userId="2f16631c7a389d8d" providerId="LiveId" clId="{A40206C9-DFCE-4811-BAEF-BB18672E5FDE}" dt="2026-04-19T17:53:11.379" v="506" actId="20577"/>
          <ac:spMkLst>
            <pc:docMk/>
            <pc:sldMk cId="0" sldId="312"/>
            <ac:spMk id="2" creationId="{00000000-0000-0000-0000-000000000000}"/>
          </ac:spMkLst>
        </pc:spChg>
      </pc:sldChg>
      <pc:sldChg chg="modSp add mod">
        <pc:chgData name="yasaswi gorantla" userId="2f16631c7a389d8d" providerId="LiveId" clId="{A40206C9-DFCE-4811-BAEF-BB18672E5FDE}" dt="2026-04-19T17:51:34.597" v="475" actId="20577"/>
        <pc:sldMkLst>
          <pc:docMk/>
          <pc:sldMk cId="2055677885" sldId="317"/>
        </pc:sldMkLst>
        <pc:spChg chg="mod">
          <ac:chgData name="yasaswi gorantla" userId="2f16631c7a389d8d" providerId="LiveId" clId="{A40206C9-DFCE-4811-BAEF-BB18672E5FDE}" dt="2026-04-19T17:51:34.597" v="475" actId="20577"/>
          <ac:spMkLst>
            <pc:docMk/>
            <pc:sldMk cId="2055677885" sldId="317"/>
            <ac:spMk id="8" creationId="{AF02E46F-D46A-E2BB-B83C-8D8C11367F79}"/>
          </ac:spMkLst>
        </pc:spChg>
      </pc:sldChg>
      <pc:sldChg chg="modSp add mod">
        <pc:chgData name="yasaswi gorantla" userId="2f16631c7a389d8d" providerId="LiveId" clId="{A40206C9-DFCE-4811-BAEF-BB18672E5FDE}" dt="2026-04-19T17:51:50.620" v="485" actId="20577"/>
        <pc:sldMkLst>
          <pc:docMk/>
          <pc:sldMk cId="3406020494" sldId="319"/>
        </pc:sldMkLst>
        <pc:spChg chg="mod">
          <ac:chgData name="yasaswi gorantla" userId="2f16631c7a389d8d" providerId="LiveId" clId="{A40206C9-DFCE-4811-BAEF-BB18672E5FDE}" dt="2026-04-19T17:51:50.620" v="485" actId="20577"/>
          <ac:spMkLst>
            <pc:docMk/>
            <pc:sldMk cId="3406020494" sldId="319"/>
            <ac:spMk id="3" creationId="{17543346-80F3-2DC8-CD16-174526407F95}"/>
          </ac:spMkLst>
        </pc:spChg>
        <pc:spChg chg="mod">
          <ac:chgData name="yasaswi gorantla" userId="2f16631c7a389d8d" providerId="LiveId" clId="{A40206C9-DFCE-4811-BAEF-BB18672E5FDE}" dt="2026-04-19T17:51:47.930" v="480" actId="20577"/>
          <ac:spMkLst>
            <pc:docMk/>
            <pc:sldMk cId="3406020494" sldId="319"/>
            <ac:spMk id="8" creationId="{5DA45E31-5106-B72F-C652-B4BF8F423E77}"/>
          </ac:spMkLst>
        </pc:spChg>
      </pc:sldChg>
      <pc:sldChg chg="addSp delSp modSp mod">
        <pc:chgData name="yasaswi gorantla" userId="2f16631c7a389d8d" providerId="LiveId" clId="{A40206C9-DFCE-4811-BAEF-BB18672E5FDE}" dt="2026-04-19T17:43:31.412" v="359" actId="1076"/>
        <pc:sldMkLst>
          <pc:docMk/>
          <pc:sldMk cId="0" sldId="323"/>
        </pc:sldMkLst>
        <pc:spChg chg="del">
          <ac:chgData name="yasaswi gorantla" userId="2f16631c7a389d8d" providerId="LiveId" clId="{A40206C9-DFCE-4811-BAEF-BB18672E5FDE}" dt="2026-04-19T17:41:56.068" v="322" actId="478"/>
          <ac:spMkLst>
            <pc:docMk/>
            <pc:sldMk cId="0" sldId="323"/>
            <ac:spMk id="2" creationId="{00000000-0000-0000-0000-000000000000}"/>
          </ac:spMkLst>
        </pc:spChg>
        <pc:spChg chg="mod">
          <ac:chgData name="yasaswi gorantla" userId="2f16631c7a389d8d" providerId="LiveId" clId="{A40206C9-DFCE-4811-BAEF-BB18672E5FDE}" dt="2026-04-19T17:43:31.412" v="359" actId="1076"/>
          <ac:spMkLst>
            <pc:docMk/>
            <pc:sldMk cId="0" sldId="323"/>
            <ac:spMk id="3" creationId="{00000000-0000-0000-0000-000000000000}"/>
          </ac:spMkLst>
        </pc:spChg>
        <pc:spChg chg="add del mod">
          <ac:chgData name="yasaswi gorantla" userId="2f16631c7a389d8d" providerId="LiveId" clId="{A40206C9-DFCE-4811-BAEF-BB18672E5FDE}" dt="2026-04-19T17:41:59.988" v="323" actId="478"/>
          <ac:spMkLst>
            <pc:docMk/>
            <pc:sldMk cId="0" sldId="323"/>
            <ac:spMk id="5" creationId="{52895E93-B2A5-6B1F-C3DE-A0FD7AE86E45}"/>
          </ac:spMkLst>
        </pc:spChg>
      </pc:sldChg>
      <pc:sldChg chg="modSp del mod">
        <pc:chgData name="yasaswi gorantla" userId="2f16631c7a389d8d" providerId="LiveId" clId="{A40206C9-DFCE-4811-BAEF-BB18672E5FDE}" dt="2026-04-19T17:43:40.758" v="360" actId="47"/>
        <pc:sldMkLst>
          <pc:docMk/>
          <pc:sldMk cId="0" sldId="327"/>
        </pc:sldMkLst>
        <pc:spChg chg="mod">
          <ac:chgData name="yasaswi gorantla" userId="2f16631c7a389d8d" providerId="LiveId" clId="{A40206C9-DFCE-4811-BAEF-BB18672E5FDE}" dt="2026-04-19T17:41:29.087" v="319" actId="21"/>
          <ac:spMkLst>
            <pc:docMk/>
            <pc:sldMk cId="0" sldId="327"/>
            <ac:spMk id="3" creationId="{00000000-0000-0000-0000-000000000000}"/>
          </ac:spMkLst>
        </pc:spChg>
      </pc:sldChg>
      <pc:sldChg chg="modSp del mod">
        <pc:chgData name="yasaswi gorantla" userId="2f16631c7a389d8d" providerId="LiveId" clId="{A40206C9-DFCE-4811-BAEF-BB18672E5FDE}" dt="2026-04-19T17:41:23.952" v="318" actId="47"/>
        <pc:sldMkLst>
          <pc:docMk/>
          <pc:sldMk cId="2240028742" sldId="339"/>
        </pc:sldMkLst>
        <pc:spChg chg="mod">
          <ac:chgData name="yasaswi gorantla" userId="2f16631c7a389d8d" providerId="LiveId" clId="{A40206C9-DFCE-4811-BAEF-BB18672E5FDE}" dt="2026-04-19T17:40:49.024" v="298" actId="21"/>
          <ac:spMkLst>
            <pc:docMk/>
            <pc:sldMk cId="2240028742" sldId="339"/>
            <ac:spMk id="3" creationId="{71B12BFC-43AC-4C2D-388F-BD87E610A6DF}"/>
          </ac:spMkLst>
        </pc:spChg>
      </pc:sldChg>
      <pc:sldChg chg="delSp modSp mod">
        <pc:chgData name="yasaswi gorantla" userId="2f16631c7a389d8d" providerId="LiveId" clId="{A40206C9-DFCE-4811-BAEF-BB18672E5FDE}" dt="2026-04-20T07:14:15.881" v="616" actId="1076"/>
        <pc:sldMkLst>
          <pc:docMk/>
          <pc:sldMk cId="3974948414" sldId="348"/>
        </pc:sldMkLst>
        <pc:spChg chg="del mod">
          <ac:chgData name="yasaswi gorantla" userId="2f16631c7a389d8d" providerId="LiveId" clId="{A40206C9-DFCE-4811-BAEF-BB18672E5FDE}" dt="2026-04-19T17:43:47.504" v="362" actId="478"/>
          <ac:spMkLst>
            <pc:docMk/>
            <pc:sldMk cId="3974948414" sldId="348"/>
            <ac:spMk id="2" creationId="{FCB29268-7FC0-88A9-F8C8-9F4CD4F18EF9}"/>
          </ac:spMkLst>
        </pc:spChg>
        <pc:spChg chg="mod">
          <ac:chgData name="yasaswi gorantla" userId="2f16631c7a389d8d" providerId="LiveId" clId="{A40206C9-DFCE-4811-BAEF-BB18672E5FDE}" dt="2026-04-20T07:14:11.514" v="615" actId="20577"/>
          <ac:spMkLst>
            <pc:docMk/>
            <pc:sldMk cId="3974948414" sldId="348"/>
            <ac:spMk id="3" creationId="{F74A55DC-A607-F784-1457-B288CD645F90}"/>
          </ac:spMkLst>
        </pc:spChg>
        <pc:picChg chg="mod">
          <ac:chgData name="yasaswi gorantla" userId="2f16631c7a389d8d" providerId="LiveId" clId="{A40206C9-DFCE-4811-BAEF-BB18672E5FDE}" dt="2026-04-20T07:14:15.881" v="616" actId="1076"/>
          <ac:picMkLst>
            <pc:docMk/>
            <pc:sldMk cId="3974948414" sldId="348"/>
            <ac:picMk id="7" creationId="{860AFC0F-89B1-AAE2-9721-237794485276}"/>
          </ac:picMkLst>
        </pc:picChg>
        <pc:picChg chg="mod">
          <ac:chgData name="yasaswi gorantla" userId="2f16631c7a389d8d" providerId="LiveId" clId="{A40206C9-DFCE-4811-BAEF-BB18672E5FDE}" dt="2026-04-20T07:13:59.686" v="613" actId="1076"/>
          <ac:picMkLst>
            <pc:docMk/>
            <pc:sldMk cId="3974948414" sldId="348"/>
            <ac:picMk id="9" creationId="{56131726-18E8-F471-DD93-86F81EE7FC1F}"/>
          </ac:picMkLst>
        </pc:picChg>
        <pc:picChg chg="mod">
          <ac:chgData name="yasaswi gorantla" userId="2f16631c7a389d8d" providerId="LiveId" clId="{A40206C9-DFCE-4811-BAEF-BB18672E5FDE}" dt="2026-04-20T07:14:07.461" v="614" actId="1076"/>
          <ac:picMkLst>
            <pc:docMk/>
            <pc:sldMk cId="3974948414" sldId="348"/>
            <ac:picMk id="11" creationId="{0C93A2E0-D99B-54B3-9F94-901D85D3839F}"/>
          </ac:picMkLst>
        </pc:picChg>
      </pc:sldChg>
      <pc:sldChg chg="addSp modSp mod">
        <pc:chgData name="yasaswi gorantla" userId="2f16631c7a389d8d" providerId="LiveId" clId="{A40206C9-DFCE-4811-BAEF-BB18672E5FDE}" dt="2026-04-19T18:15:06.712" v="599" actId="20577"/>
        <pc:sldMkLst>
          <pc:docMk/>
          <pc:sldMk cId="3918333636" sldId="350"/>
        </pc:sldMkLst>
        <pc:spChg chg="mod">
          <ac:chgData name="yasaswi gorantla" userId="2f16631c7a389d8d" providerId="LiveId" clId="{A40206C9-DFCE-4811-BAEF-BB18672E5FDE}" dt="2026-04-19T18:15:06.712" v="599" actId="20577"/>
          <ac:spMkLst>
            <pc:docMk/>
            <pc:sldMk cId="3918333636" sldId="350"/>
            <ac:spMk id="2" creationId="{D01C8AA6-9484-CBA3-0495-9FCC0D4CD867}"/>
          </ac:spMkLst>
        </pc:spChg>
        <pc:spChg chg="add mod">
          <ac:chgData name="yasaswi gorantla" userId="2f16631c7a389d8d" providerId="LiveId" clId="{A40206C9-DFCE-4811-BAEF-BB18672E5FDE}" dt="2026-04-19T17:52:10.300" v="487" actId="255"/>
          <ac:spMkLst>
            <pc:docMk/>
            <pc:sldMk cId="3918333636" sldId="350"/>
            <ac:spMk id="3" creationId="{1051D58C-B493-D92F-E3E1-58E0FAC3ED33}"/>
          </ac:spMkLst>
        </pc:spChg>
      </pc:sldChg>
      <pc:sldChg chg="addSp delSp modSp mod">
        <pc:chgData name="yasaswi gorantla" userId="2f16631c7a389d8d" providerId="LiveId" clId="{A40206C9-DFCE-4811-BAEF-BB18672E5FDE}" dt="2026-04-19T18:14:07.303" v="560" actId="1076"/>
        <pc:sldMkLst>
          <pc:docMk/>
          <pc:sldMk cId="1385992170" sldId="351"/>
        </pc:sldMkLst>
        <pc:spChg chg="add mod">
          <ac:chgData name="yasaswi gorantla" userId="2f16631c7a389d8d" providerId="LiveId" clId="{A40206C9-DFCE-4811-BAEF-BB18672E5FDE}" dt="2026-04-19T18:13:40.665" v="552" actId="1076"/>
          <ac:spMkLst>
            <pc:docMk/>
            <pc:sldMk cId="1385992170" sldId="351"/>
            <ac:spMk id="3" creationId="{1258C3EA-742A-AD42-C08F-619F68F86C32}"/>
          </ac:spMkLst>
        </pc:spChg>
        <pc:spChg chg="add mod">
          <ac:chgData name="yasaswi gorantla" userId="2f16631c7a389d8d" providerId="LiveId" clId="{A40206C9-DFCE-4811-BAEF-BB18672E5FDE}" dt="2026-04-19T18:14:01.512" v="559" actId="1076"/>
          <ac:spMkLst>
            <pc:docMk/>
            <pc:sldMk cId="1385992170" sldId="351"/>
            <ac:spMk id="7" creationId="{F4F0DF08-D200-58EA-B53D-06C5338EE04D}"/>
          </ac:spMkLst>
        </pc:spChg>
        <pc:picChg chg="del">
          <ac:chgData name="yasaswi gorantla" userId="2f16631c7a389d8d" providerId="LiveId" clId="{A40206C9-DFCE-4811-BAEF-BB18672E5FDE}" dt="2026-04-19T18:11:48.943" v="530" actId="478"/>
          <ac:picMkLst>
            <pc:docMk/>
            <pc:sldMk cId="1385992170" sldId="351"/>
            <ac:picMk id="5" creationId="{065084B8-5E33-EE93-B2BC-43E64F74FC51}"/>
          </ac:picMkLst>
        </pc:picChg>
        <pc:picChg chg="add mod">
          <ac:chgData name="yasaswi gorantla" userId="2f16631c7a389d8d" providerId="LiveId" clId="{A40206C9-DFCE-4811-BAEF-BB18672E5FDE}" dt="2026-04-19T18:13:35.180" v="551" actId="1076"/>
          <ac:picMkLst>
            <pc:docMk/>
            <pc:sldMk cId="1385992170" sldId="351"/>
            <ac:picMk id="6" creationId="{FF3EEFB7-9F21-DDC1-B586-E665DBB9E861}"/>
          </ac:picMkLst>
        </pc:picChg>
        <pc:picChg chg="add mod">
          <ac:chgData name="yasaswi gorantla" userId="2f16631c7a389d8d" providerId="LiveId" clId="{A40206C9-DFCE-4811-BAEF-BB18672E5FDE}" dt="2026-04-19T18:14:07.303" v="560" actId="1076"/>
          <ac:picMkLst>
            <pc:docMk/>
            <pc:sldMk cId="1385992170" sldId="351"/>
            <ac:picMk id="8" creationId="{3A43575D-CA14-E1D9-8320-92A1418BD80D}"/>
          </ac:picMkLst>
        </pc:picChg>
      </pc:sldChg>
      <pc:sldChg chg="addSp delSp modSp del mod">
        <pc:chgData name="yasaswi gorantla" userId="2f16631c7a389d8d" providerId="LiveId" clId="{A40206C9-DFCE-4811-BAEF-BB18672E5FDE}" dt="2026-04-19T18:14:12.255" v="561" actId="47"/>
        <pc:sldMkLst>
          <pc:docMk/>
          <pc:sldMk cId="2752447288" sldId="352"/>
        </pc:sldMkLst>
        <pc:spChg chg="add del mod">
          <ac:chgData name="yasaswi gorantla" userId="2f16631c7a389d8d" providerId="LiveId" clId="{A40206C9-DFCE-4811-BAEF-BB18672E5FDE}" dt="2026-04-19T18:13:46.024" v="554" actId="21"/>
          <ac:spMkLst>
            <pc:docMk/>
            <pc:sldMk cId="2752447288" sldId="352"/>
            <ac:spMk id="3" creationId="{F4F0DF08-D200-58EA-B53D-06C5338EE04D}"/>
          </ac:spMkLst>
        </pc:spChg>
        <pc:spChg chg="add del mod">
          <ac:chgData name="yasaswi gorantla" userId="2f16631c7a389d8d" providerId="LiveId" clId="{A40206C9-DFCE-4811-BAEF-BB18672E5FDE}" dt="2026-04-19T18:13:03.731" v="542" actId="478"/>
          <ac:spMkLst>
            <pc:docMk/>
            <pc:sldMk cId="2752447288" sldId="352"/>
            <ac:spMk id="6" creationId="{05096C04-7D3E-02AA-8D89-B6A525138AA9}"/>
          </ac:spMkLst>
        </pc:spChg>
        <pc:picChg chg="del mod">
          <ac:chgData name="yasaswi gorantla" userId="2f16631c7a389d8d" providerId="LiveId" clId="{A40206C9-DFCE-4811-BAEF-BB18672E5FDE}" dt="2026-04-19T18:12:45.540" v="535" actId="478"/>
          <ac:picMkLst>
            <pc:docMk/>
            <pc:sldMk cId="2752447288" sldId="352"/>
            <ac:picMk id="5" creationId="{D0C2AB70-E6B2-C951-D819-1FC3A46D2B74}"/>
          </ac:picMkLst>
        </pc:picChg>
        <pc:picChg chg="add del mod">
          <ac:chgData name="yasaswi gorantla" userId="2f16631c7a389d8d" providerId="LiveId" clId="{A40206C9-DFCE-4811-BAEF-BB18672E5FDE}" dt="2026-04-19T18:13:27.141" v="548" actId="21"/>
          <ac:picMkLst>
            <pc:docMk/>
            <pc:sldMk cId="2752447288" sldId="352"/>
            <ac:picMk id="8" creationId="{3A43575D-CA14-E1D9-8320-92A1418BD80D}"/>
          </ac:picMkLst>
        </pc:picChg>
      </pc:sldChg>
      <pc:sldChg chg="addSp delSp modSp mod">
        <pc:chgData name="yasaswi gorantla" userId="2f16631c7a389d8d" providerId="LiveId" clId="{A40206C9-DFCE-4811-BAEF-BB18672E5FDE}" dt="2026-04-19T18:11:05.828" v="529" actId="14100"/>
        <pc:sldMkLst>
          <pc:docMk/>
          <pc:sldMk cId="173739705" sldId="353"/>
        </pc:sldMkLst>
        <pc:spChg chg="del">
          <ac:chgData name="yasaswi gorantla" userId="2f16631c7a389d8d" providerId="LiveId" clId="{A40206C9-DFCE-4811-BAEF-BB18672E5FDE}" dt="2026-04-19T18:10:50.076" v="524" actId="22"/>
          <ac:spMkLst>
            <pc:docMk/>
            <pc:sldMk cId="173739705" sldId="353"/>
            <ac:spMk id="3" creationId="{381FEAAA-881F-60F3-C8A4-0E12B413A486}"/>
          </ac:spMkLst>
        </pc:spChg>
        <pc:spChg chg="add mod">
          <ac:chgData name="yasaswi gorantla" userId="2f16631c7a389d8d" providerId="LiveId" clId="{A40206C9-DFCE-4811-BAEF-BB18672E5FDE}" dt="2026-04-19T17:48:47.081" v="424" actId="20577"/>
          <ac:spMkLst>
            <pc:docMk/>
            <pc:sldMk cId="173739705" sldId="353"/>
            <ac:spMk id="4" creationId="{CF979F49-2B1B-1370-F41F-A07B0CC6BA52}"/>
          </ac:spMkLst>
        </pc:spChg>
        <pc:picChg chg="del mod">
          <ac:chgData name="yasaswi gorantla" userId="2f16631c7a389d8d" providerId="LiveId" clId="{A40206C9-DFCE-4811-BAEF-BB18672E5FDE}" dt="2026-04-19T18:10:27.834" v="519" actId="478"/>
          <ac:picMkLst>
            <pc:docMk/>
            <pc:sldMk cId="173739705" sldId="353"/>
            <ac:picMk id="5" creationId="{75BDFB83-077D-CF86-5651-D4F45D004FB4}"/>
          </ac:picMkLst>
        </pc:picChg>
        <pc:picChg chg="del">
          <ac:chgData name="yasaswi gorantla" userId="2f16631c7a389d8d" providerId="LiveId" clId="{A40206C9-DFCE-4811-BAEF-BB18672E5FDE}" dt="2026-04-19T18:10:29.737" v="520" actId="478"/>
          <ac:picMkLst>
            <pc:docMk/>
            <pc:sldMk cId="173739705" sldId="353"/>
            <ac:picMk id="7" creationId="{F4941374-66C3-6A43-76BE-7DFF4493366F}"/>
          </ac:picMkLst>
        </pc:picChg>
        <pc:picChg chg="add mod">
          <ac:chgData name="yasaswi gorantla" userId="2f16631c7a389d8d" providerId="LiveId" clId="{A40206C9-DFCE-4811-BAEF-BB18672E5FDE}" dt="2026-04-19T18:11:05.828" v="529" actId="14100"/>
          <ac:picMkLst>
            <pc:docMk/>
            <pc:sldMk cId="173739705" sldId="353"/>
            <ac:picMk id="8" creationId="{571F97A6-363F-F781-557D-729BD2976705}"/>
          </ac:picMkLst>
        </pc:picChg>
        <pc:picChg chg="add mod ord">
          <ac:chgData name="yasaswi gorantla" userId="2f16631c7a389d8d" providerId="LiveId" clId="{A40206C9-DFCE-4811-BAEF-BB18672E5FDE}" dt="2026-04-19T18:11:01.827" v="528" actId="14100"/>
          <ac:picMkLst>
            <pc:docMk/>
            <pc:sldMk cId="173739705" sldId="353"/>
            <ac:picMk id="10" creationId="{DF2ECAAF-F094-D879-01DB-C25FDAA84E8C}"/>
          </ac:picMkLst>
        </pc:picChg>
      </pc:sldChg>
      <pc:sldChg chg="addSp delSp modSp mod">
        <pc:chgData name="yasaswi gorantla" userId="2f16631c7a389d8d" providerId="LiveId" clId="{A40206C9-DFCE-4811-BAEF-BB18672E5FDE}" dt="2026-04-19T18:09:37.489" v="518" actId="1076"/>
        <pc:sldMkLst>
          <pc:docMk/>
          <pc:sldMk cId="2145587570" sldId="354"/>
        </pc:sldMkLst>
        <pc:spChg chg="add mod">
          <ac:chgData name="yasaswi gorantla" userId="2f16631c7a389d8d" providerId="LiveId" clId="{A40206C9-DFCE-4811-BAEF-BB18672E5FDE}" dt="2026-04-19T18:09:35.246" v="517" actId="1076"/>
          <ac:spMkLst>
            <pc:docMk/>
            <pc:sldMk cId="2145587570" sldId="354"/>
            <ac:spMk id="3" creationId="{21D5B7C0-9EBA-1994-10E9-98FB2C678FE3}"/>
          </ac:spMkLst>
        </pc:spChg>
        <pc:spChg chg="add del mod">
          <ac:chgData name="yasaswi gorantla" userId="2f16631c7a389d8d" providerId="LiveId" clId="{A40206C9-DFCE-4811-BAEF-BB18672E5FDE}" dt="2026-04-19T18:09:18.181" v="512" actId="478"/>
          <ac:spMkLst>
            <pc:docMk/>
            <pc:sldMk cId="2145587570" sldId="354"/>
            <ac:spMk id="6" creationId="{4794C51E-AA8E-A0CA-096C-01DA9FACE9A3}"/>
          </ac:spMkLst>
        </pc:spChg>
        <pc:picChg chg="del">
          <ac:chgData name="yasaswi gorantla" userId="2f16631c7a389d8d" providerId="LiveId" clId="{A40206C9-DFCE-4811-BAEF-BB18672E5FDE}" dt="2026-04-19T18:09:01.247" v="507" actId="478"/>
          <ac:picMkLst>
            <pc:docMk/>
            <pc:sldMk cId="2145587570" sldId="354"/>
            <ac:picMk id="5" creationId="{52DB19F9-63B5-6899-62A3-2D113944F953}"/>
          </ac:picMkLst>
        </pc:picChg>
        <pc:picChg chg="del">
          <ac:chgData name="yasaswi gorantla" userId="2f16631c7a389d8d" providerId="LiveId" clId="{A40206C9-DFCE-4811-BAEF-BB18672E5FDE}" dt="2026-04-19T18:09:21.531" v="513" actId="478"/>
          <ac:picMkLst>
            <pc:docMk/>
            <pc:sldMk cId="2145587570" sldId="354"/>
            <ac:picMk id="7" creationId="{FC83B8D0-41F4-B133-6F68-79F8EB0175DA}"/>
          </ac:picMkLst>
        </pc:picChg>
        <pc:picChg chg="add mod">
          <ac:chgData name="yasaswi gorantla" userId="2f16631c7a389d8d" providerId="LiveId" clId="{A40206C9-DFCE-4811-BAEF-BB18672E5FDE}" dt="2026-04-19T18:09:37.489" v="518" actId="1076"/>
          <ac:picMkLst>
            <pc:docMk/>
            <pc:sldMk cId="2145587570" sldId="354"/>
            <ac:picMk id="9" creationId="{11714781-90AC-933F-14A8-99BB858305FC}"/>
          </ac:picMkLst>
        </pc:picChg>
      </pc:sldChg>
      <pc:sldChg chg="addSp modSp mod">
        <pc:chgData name="yasaswi gorantla" userId="2f16631c7a389d8d" providerId="LiveId" clId="{A40206C9-DFCE-4811-BAEF-BB18672E5FDE}" dt="2026-04-19T17:50:12.493" v="446" actId="1076"/>
        <pc:sldMkLst>
          <pc:docMk/>
          <pc:sldMk cId="354221321" sldId="355"/>
        </pc:sldMkLst>
        <pc:spChg chg="add mod">
          <ac:chgData name="yasaswi gorantla" userId="2f16631c7a389d8d" providerId="LiveId" clId="{A40206C9-DFCE-4811-BAEF-BB18672E5FDE}" dt="2026-04-19T17:49:49.749" v="445" actId="1076"/>
          <ac:spMkLst>
            <pc:docMk/>
            <pc:sldMk cId="354221321" sldId="355"/>
            <ac:spMk id="4" creationId="{905D85FD-97E8-E44F-9791-908232C1E940}"/>
          </ac:spMkLst>
        </pc:spChg>
        <pc:picChg chg="mod">
          <ac:chgData name="yasaswi gorantla" userId="2f16631c7a389d8d" providerId="LiveId" clId="{A40206C9-DFCE-4811-BAEF-BB18672E5FDE}" dt="2026-04-19T17:50:12.493" v="446" actId="1076"/>
          <ac:picMkLst>
            <pc:docMk/>
            <pc:sldMk cId="354221321" sldId="355"/>
            <ac:picMk id="5" creationId="{ACFE8F87-BC3D-F271-F687-5DC6EBB68898}"/>
          </ac:picMkLst>
        </pc:picChg>
      </pc:sldChg>
      <pc:sldChg chg="modSp mod">
        <pc:chgData name="yasaswi gorantla" userId="2f16631c7a389d8d" providerId="LiveId" clId="{A40206C9-DFCE-4811-BAEF-BB18672E5FDE}" dt="2026-04-19T17:52:36.194" v="490" actId="255"/>
        <pc:sldMkLst>
          <pc:docMk/>
          <pc:sldMk cId="4003237862" sldId="356"/>
        </pc:sldMkLst>
        <pc:spChg chg="mod">
          <ac:chgData name="yasaswi gorantla" userId="2f16631c7a389d8d" providerId="LiveId" clId="{A40206C9-DFCE-4811-BAEF-BB18672E5FDE}" dt="2026-04-19T17:52:36.194" v="490" actId="255"/>
          <ac:spMkLst>
            <pc:docMk/>
            <pc:sldMk cId="4003237862" sldId="356"/>
            <ac:spMk id="5" creationId="{7817B722-C154-EE93-B223-2BDE9CFA9121}"/>
          </ac:spMkLst>
        </pc:spChg>
      </pc:sldChg>
      <pc:sldChg chg="add del">
        <pc:chgData name="yasaswi gorantla" userId="2f16631c7a389d8d" providerId="LiveId" clId="{A40206C9-DFCE-4811-BAEF-BB18672E5FDE}" dt="2026-04-19T16:37:25.197" v="45" actId="47"/>
        <pc:sldMkLst>
          <pc:docMk/>
          <pc:sldMk cId="3469909068" sldId="357"/>
        </pc:sldMkLst>
      </pc:sldChg>
      <pc:sldChg chg="modSp add mod">
        <pc:chgData name="yasaswi gorantla" userId="2f16631c7a389d8d" providerId="LiveId" clId="{A40206C9-DFCE-4811-BAEF-BB18672E5FDE}" dt="2026-04-19T17:51:07.586" v="455" actId="20577"/>
        <pc:sldMkLst>
          <pc:docMk/>
          <pc:sldMk cId="3669087664" sldId="358"/>
        </pc:sldMkLst>
        <pc:spChg chg="mod">
          <ac:chgData name="yasaswi gorantla" userId="2f16631c7a389d8d" providerId="LiveId" clId="{A40206C9-DFCE-4811-BAEF-BB18672E5FDE}" dt="2026-04-19T16:37:33.638" v="49" actId="20577"/>
          <ac:spMkLst>
            <pc:docMk/>
            <pc:sldMk cId="3669087664" sldId="358"/>
            <ac:spMk id="2" creationId="{7F068F2A-C717-63B3-5E8A-DE3C384F42FE}"/>
          </ac:spMkLst>
        </pc:spChg>
        <pc:spChg chg="mod">
          <ac:chgData name="yasaswi gorantla" userId="2f16631c7a389d8d" providerId="LiveId" clId="{A40206C9-DFCE-4811-BAEF-BB18672E5FDE}" dt="2026-04-19T17:51:07.586" v="455" actId="20577"/>
          <ac:spMkLst>
            <pc:docMk/>
            <pc:sldMk cId="3669087664" sldId="358"/>
            <ac:spMk id="3" creationId="{4829646C-F169-F832-2E79-371D712FDCFC}"/>
          </ac:spMkLst>
        </pc:spChg>
      </pc:sldChg>
      <pc:sldChg chg="modSp add mod">
        <pc:chgData name="yasaswi gorantla" userId="2f16631c7a389d8d" providerId="LiveId" clId="{A40206C9-DFCE-4811-BAEF-BB18672E5FDE}" dt="2026-04-19T17:51:24.866" v="473" actId="20577"/>
        <pc:sldMkLst>
          <pc:docMk/>
          <pc:sldMk cId="1350124054" sldId="359"/>
        </pc:sldMkLst>
        <pc:spChg chg="mod">
          <ac:chgData name="yasaswi gorantla" userId="2f16631c7a389d8d" providerId="LiveId" clId="{A40206C9-DFCE-4811-BAEF-BB18672E5FDE}" dt="2026-04-19T17:51:18.008" v="464" actId="20577"/>
          <ac:spMkLst>
            <pc:docMk/>
            <pc:sldMk cId="1350124054" sldId="359"/>
            <ac:spMk id="9" creationId="{CF087C07-430D-2699-B7F3-398FC1287934}"/>
          </ac:spMkLst>
        </pc:spChg>
        <pc:spChg chg="mod">
          <ac:chgData name="yasaswi gorantla" userId="2f16631c7a389d8d" providerId="LiveId" clId="{A40206C9-DFCE-4811-BAEF-BB18672E5FDE}" dt="2026-04-19T17:51:24.866" v="473" actId="20577"/>
          <ac:spMkLst>
            <pc:docMk/>
            <pc:sldMk cId="1350124054" sldId="359"/>
            <ac:spMk id="10" creationId="{4E42F54B-4D95-77B5-2F0A-0A7C398D6DA0}"/>
          </ac:spMkLst>
        </pc:spChg>
      </pc:sldChg>
      <pc:sldChg chg="add del">
        <pc:chgData name="yasaswi gorantla" userId="2f16631c7a389d8d" providerId="LiveId" clId="{A40206C9-DFCE-4811-BAEF-BB18672E5FDE}" dt="2026-04-19T16:36:30.405" v="42" actId="47"/>
        <pc:sldMkLst>
          <pc:docMk/>
          <pc:sldMk cId="1740465248" sldId="359"/>
        </pc:sldMkLst>
      </pc:sldChg>
      <pc:sldChg chg="modSp new add del mod">
        <pc:chgData name="yasaswi gorantla" userId="2f16631c7a389d8d" providerId="LiveId" clId="{A40206C9-DFCE-4811-BAEF-BB18672E5FDE}" dt="2026-04-19T17:32:41.395" v="201" actId="1076"/>
        <pc:sldMkLst>
          <pc:docMk/>
          <pc:sldMk cId="1942089815" sldId="360"/>
        </pc:sldMkLst>
        <pc:spChg chg="mod">
          <ac:chgData name="yasaswi gorantla" userId="2f16631c7a389d8d" providerId="LiveId" clId="{A40206C9-DFCE-4811-BAEF-BB18672E5FDE}" dt="2026-04-19T17:32:36.455" v="200" actId="14100"/>
          <ac:spMkLst>
            <pc:docMk/>
            <pc:sldMk cId="1942089815" sldId="360"/>
            <ac:spMk id="2" creationId="{065BFACE-15AC-CFDA-D5B7-61768364286B}"/>
          </ac:spMkLst>
        </pc:spChg>
        <pc:spChg chg="mod">
          <ac:chgData name="yasaswi gorantla" userId="2f16631c7a389d8d" providerId="LiveId" clId="{A40206C9-DFCE-4811-BAEF-BB18672E5FDE}" dt="2026-04-19T17:32:41.395" v="201" actId="1076"/>
          <ac:spMkLst>
            <pc:docMk/>
            <pc:sldMk cId="1942089815" sldId="360"/>
            <ac:spMk id="3" creationId="{41F864C0-C8E7-4491-E6A7-3C314967BFA2}"/>
          </ac:spMkLst>
        </pc:spChg>
      </pc:sldChg>
      <pc:sldChg chg="addSp modSp new mod">
        <pc:chgData name="yasaswi gorantla" userId="2f16631c7a389d8d" providerId="LiveId" clId="{A40206C9-DFCE-4811-BAEF-BB18672E5FDE}" dt="2026-04-19T17:37:33.864" v="244" actId="12"/>
        <pc:sldMkLst>
          <pc:docMk/>
          <pc:sldMk cId="1176899813" sldId="361"/>
        </pc:sldMkLst>
        <pc:spChg chg="add mod">
          <ac:chgData name="yasaswi gorantla" userId="2f16631c7a389d8d" providerId="LiveId" clId="{A40206C9-DFCE-4811-BAEF-BB18672E5FDE}" dt="2026-04-19T17:37:33.864" v="244" actId="12"/>
          <ac:spMkLst>
            <pc:docMk/>
            <pc:sldMk cId="1176899813" sldId="361"/>
            <ac:spMk id="3" creationId="{F878511F-5397-F63F-3D89-558AA391D686}"/>
          </ac:spMkLst>
        </pc:spChg>
      </pc:sldChg>
      <pc:sldChg chg="addSp modSp new mod">
        <pc:chgData name="yasaswi gorantla" userId="2f16631c7a389d8d" providerId="LiveId" clId="{A40206C9-DFCE-4811-BAEF-BB18672E5FDE}" dt="2026-04-19T17:37:23.963" v="243" actId="12"/>
        <pc:sldMkLst>
          <pc:docMk/>
          <pc:sldMk cId="2866674396" sldId="362"/>
        </pc:sldMkLst>
        <pc:spChg chg="add mod">
          <ac:chgData name="yasaswi gorantla" userId="2f16631c7a389d8d" providerId="LiveId" clId="{A40206C9-DFCE-4811-BAEF-BB18672E5FDE}" dt="2026-04-19T17:37:23.963" v="243" actId="12"/>
          <ac:spMkLst>
            <pc:docMk/>
            <pc:sldMk cId="2866674396" sldId="362"/>
            <ac:spMk id="3" creationId="{81667B7F-853D-5AA3-3186-9466248B4C7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9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9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10489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9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CB42D2-A74C-4235-822C-7670F2895F6C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794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9EB9-74CB-46C9-A7CD-9D77C0A4053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C6DA7-42EC-4B7B-A6A2-F802FDA1DC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9EB9-74CB-46C9-A7CD-9D77C0A4053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C6DA7-42EC-4B7B-A6A2-F802FDA1DC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9EB9-74CB-46C9-A7CD-9D77C0A4053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C6DA7-42EC-4B7B-A6A2-F802FDA1DC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2504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4296" y="1600201"/>
            <a:ext cx="4032504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9EB9-74CB-46C9-A7CD-9D77C0A4053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C6DA7-42EC-4B7B-A6A2-F802FDA1DC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9EB9-74CB-46C9-A7CD-9D77C0A4053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C6DA7-42EC-4B7B-A6A2-F802FDA1DC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9EB9-74CB-46C9-A7CD-9D77C0A4053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C6DA7-42EC-4B7B-A6A2-F802FDA1DC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9EB9-74CB-46C9-A7CD-9D77C0A4053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C6DA7-42EC-4B7B-A6A2-F802FDA1DC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9EB9-74CB-46C9-A7CD-9D77C0A4053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C6DA7-42EC-4B7B-A6A2-F802FDA1DC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9EB9-74CB-46C9-A7CD-9D77C0A4053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C6DA7-42EC-4B7B-A6A2-F802FDA1DC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9EB9-74CB-46C9-A7CD-9D77C0A4053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C6DA7-42EC-4B7B-A6A2-F802FDA1DC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5293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9EB9-74CB-46C9-A7CD-9D77C0A4053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C6DA7-42EC-4B7B-A6A2-F802FDA1DC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9EB9-74CB-46C9-A7CD-9D77C0A4053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C6DA7-42EC-4B7B-A6A2-F802FDA1DC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1D709EB9-74CB-46C9-A7CD-9D77C0A4053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1029" name="Footer Placeholder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en-IN"/>
          </a:p>
        </p:txBody>
      </p:sp>
      <p:sp>
        <p:nvSpPr>
          <p:cNvPr id="1030" name="Slide Number Placeholder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99FC6DA7-42EC-4B7B-A6A2-F802FDA1DCA5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9" Type="http://schemas.openxmlformats.org/officeDocument/2006/relationships/image" Target="../media/image2.GI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3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1" y="1"/>
            <a:ext cx="1554956" cy="1122045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4" name="TextBox 6"/>
          <p:cNvSpPr txBox="1"/>
          <p:nvPr>
            <p:custDataLst>
              <p:tags r:id="rId2"/>
            </p:custDataLst>
          </p:nvPr>
        </p:nvSpPr>
        <p:spPr>
          <a:xfrm>
            <a:off x="1542574" y="267336"/>
            <a:ext cx="6605111" cy="757555"/>
          </a:xfrm>
          <a:prstGeom prst="rect">
            <a:avLst/>
          </a:prstGeom>
          <a:noFill/>
        </p:spPr>
        <p:txBody>
          <a:bodyPr wrap="square" lIns="19998" tIns="9999" rIns="19998" bIns="9999" rtlCol="0">
            <a:spAutoFit/>
          </a:bodyPr>
          <a:lstStyle/>
          <a:p>
            <a:pPr algn="ctr"/>
            <a:r>
              <a:rPr lang="en-I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Technology</a:t>
            </a:r>
          </a:p>
          <a:p>
            <a:pPr algn="ctr"/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R Siddhartha Engineering College </a:t>
            </a:r>
          </a:p>
        </p:txBody>
      </p:sp>
      <p:pic>
        <p:nvPicPr>
          <p:cNvPr id="2097153" name="Picture 5" descr="Image result for vrsec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8297227" y="0"/>
            <a:ext cx="846773" cy="1311910"/>
          </a:xfrm>
          <a:prstGeom prst="rect">
            <a:avLst/>
          </a:prstGeom>
          <a:noFill/>
        </p:spPr>
      </p:pic>
      <p:sp>
        <p:nvSpPr>
          <p:cNvPr id="1048585" name="Title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0" y="1169548"/>
            <a:ext cx="9261230" cy="1046284"/>
          </a:xfrm>
          <a:prstGeom prst="rect">
            <a:avLst/>
          </a:prstGeom>
        </p:spPr>
        <p:txBody>
          <a:bodyPr vert="horz" lIns="228600" tIns="228600" rIns="228600" bIns="0" rtlCol="0" anchor="b">
            <a:noAutofit/>
          </a:bodyPr>
          <a:lstStyle>
            <a:lvl1pPr algn="ct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b="0" i="0" kern="1200" cap="none" spc="-150">
                <a:solidFill>
                  <a:srgbClr val="FFFEFF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AI-Powered Automated Database Schema Design Agent</a:t>
            </a:r>
          </a:p>
        </p:txBody>
      </p:sp>
      <p:sp>
        <p:nvSpPr>
          <p:cNvPr id="1048587" name="TextBox 7"/>
          <p:cNvSpPr txBox="1"/>
          <p:nvPr>
            <p:custDataLst>
              <p:tags r:id="rId5"/>
            </p:custDataLst>
          </p:nvPr>
        </p:nvSpPr>
        <p:spPr>
          <a:xfrm>
            <a:off x="0" y="2593425"/>
            <a:ext cx="9144000" cy="96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B.Tech in Information Technology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BF11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Project Review Presentation</a:t>
            </a:r>
          </a:p>
        </p:txBody>
      </p:sp>
      <p:sp>
        <p:nvSpPr>
          <p:cNvPr id="1048588" name="Subtitle 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1872" y="3784366"/>
            <a:ext cx="9144000" cy="1532057"/>
          </a:xfrm>
          <a:prstGeom prst="rect">
            <a:avLst/>
          </a:prstGeom>
        </p:spPr>
        <p:txBody>
          <a:bodyPr vert="horz" lIns="91440" tIns="0" rIns="91440" bIns="45720" rtlCol="0">
            <a:normAutofit fontScale="72500" lnSpcReduction="20000"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800" b="0" kern="1200">
                <a:solidFill>
                  <a:srgbClr val="FFFEFF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3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IN" altLang="en-US" sz="25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Yasaswi Gorantla (228W1A1221)</a:t>
            </a:r>
          </a:p>
          <a:p>
            <a:r>
              <a:rPr lang="en-IN" altLang="en-US" sz="25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Sai Charan </a:t>
            </a:r>
            <a:r>
              <a:rPr lang="en-IN" altLang="en-US" sz="25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Yaragorala</a:t>
            </a:r>
            <a:r>
              <a:rPr lang="en-IN" altLang="en-US" sz="25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(228W1A1265)</a:t>
            </a:r>
          </a:p>
          <a:p>
            <a:r>
              <a:rPr lang="en-IN" altLang="en-US" sz="395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en-IN" altLang="en-US" sz="39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9E2D00-B9EF-C327-BCDD-45E6CDC837BA}"/>
              </a:ext>
            </a:extLst>
          </p:cNvPr>
          <p:cNvSpPr/>
          <p:nvPr/>
        </p:nvSpPr>
        <p:spPr>
          <a:xfrm>
            <a:off x="2286000" y="5316423"/>
            <a:ext cx="4572000" cy="61555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Y. Sandeep, Assistant Professor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Title 1"/>
          <p:cNvSpPr>
            <a:spLocks noGrp="1"/>
          </p:cNvSpPr>
          <p:nvPr>
            <p:ph type="title"/>
          </p:nvPr>
        </p:nvSpPr>
        <p:spPr>
          <a:xfrm>
            <a:off x="-21431" y="-317"/>
            <a:ext cx="9165431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0" name="Content Placeholder 6"/>
          <p:cNvSpPr>
            <a:spLocks noGrp="1"/>
          </p:cNvSpPr>
          <p:nvPr>
            <p:ph idx="1"/>
          </p:nvPr>
        </p:nvSpPr>
        <p:spPr>
          <a:xfrm>
            <a:off x="891403" y="1142683"/>
            <a:ext cx="8252597" cy="536135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 and Problem Statement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and Outcomes of the Project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and Summary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and Requirements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 in the Project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Architecture/Project flow diagram 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steps and Execution 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Results obtained 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 with charts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732" y="206505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7850" y="1548882"/>
            <a:ext cx="8060483" cy="447879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schema design is a critical step in application development.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manually identify entities, relationships, and constraints.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design leads to redundancy and poor normalization.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Beginners struggle with ER modeling and SQL generation. There is no simple tool that converts project description into database schema automatically.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an AI-powered automation system is needed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2338" y="214608"/>
            <a:ext cx="8388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7B719F-2E86-8D00-948C-FC9B6B641191}"/>
              </a:ext>
            </a:extLst>
          </p:cNvPr>
          <p:cNvSpPr txBox="1"/>
          <p:nvPr/>
        </p:nvSpPr>
        <p:spPr>
          <a:xfrm>
            <a:off x="699797" y="1263068"/>
            <a:ext cx="8159857" cy="3366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database schema design is time-consuming and requires expertise.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often face difficulty in identifying entities and relationships from requirements.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tools lack the ability to automatically convert natural language into structured schemas.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designs may lead to poor normalization and scalability issues.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intelligent system to automate schema generation with accuracy and validation.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94290" y="1586363"/>
            <a:ext cx="4077710" cy="3407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AI-based system to convert natural language requirements into database schema.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generate entities, relationships, SQL, and ER diagrams.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generated schema using dataset-based accuracy evaluation 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6709" y="476576"/>
            <a:ext cx="23530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2" name="Rectangle 1"/>
          <p:cNvSpPr/>
          <p:nvPr/>
        </p:nvSpPr>
        <p:spPr>
          <a:xfrm>
            <a:off x="4572000" y="1595853"/>
            <a:ext cx="4145745" cy="25355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time and effort in database design process.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structured, consistent, and scalable database schemas.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measurable accuracy through dataset-based validation. </a:t>
            </a:r>
          </a:p>
        </p:txBody>
      </p:sp>
      <p:sp>
        <p:nvSpPr>
          <p:cNvPr id="5" name="Rectangle 4"/>
          <p:cNvSpPr/>
          <p:nvPr/>
        </p:nvSpPr>
        <p:spPr>
          <a:xfrm>
            <a:off x="4982310" y="476576"/>
            <a:ext cx="23530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6312" y="126513"/>
            <a:ext cx="4419602" cy="556393"/>
          </a:xfrm>
        </p:spPr>
        <p:txBody>
          <a:bodyPr>
            <a:noAutofit/>
          </a:bodyPr>
          <a:lstStyle/>
          <a:p>
            <a:r>
              <a:rPr 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3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3E83DC-4D39-20EA-6D4D-D542EC8820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6670770"/>
              </p:ext>
            </p:extLst>
          </p:nvPr>
        </p:nvGraphicFramePr>
        <p:xfrm>
          <a:off x="475863" y="682905"/>
          <a:ext cx="8341566" cy="60485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0261">
                  <a:extLst>
                    <a:ext uri="{9D8B030D-6E8A-4147-A177-3AD203B41FA5}">
                      <a16:colId xmlns:a16="http://schemas.microsoft.com/office/drawing/2014/main" val="900774019"/>
                    </a:ext>
                  </a:extLst>
                </a:gridCol>
                <a:gridCol w="1390261">
                  <a:extLst>
                    <a:ext uri="{9D8B030D-6E8A-4147-A177-3AD203B41FA5}">
                      <a16:colId xmlns:a16="http://schemas.microsoft.com/office/drawing/2014/main" val="1970858837"/>
                    </a:ext>
                  </a:extLst>
                </a:gridCol>
                <a:gridCol w="1390261">
                  <a:extLst>
                    <a:ext uri="{9D8B030D-6E8A-4147-A177-3AD203B41FA5}">
                      <a16:colId xmlns:a16="http://schemas.microsoft.com/office/drawing/2014/main" val="2000972161"/>
                    </a:ext>
                  </a:extLst>
                </a:gridCol>
                <a:gridCol w="1390261">
                  <a:extLst>
                    <a:ext uri="{9D8B030D-6E8A-4147-A177-3AD203B41FA5}">
                      <a16:colId xmlns:a16="http://schemas.microsoft.com/office/drawing/2014/main" val="123061529"/>
                    </a:ext>
                  </a:extLst>
                </a:gridCol>
                <a:gridCol w="1390261">
                  <a:extLst>
                    <a:ext uri="{9D8B030D-6E8A-4147-A177-3AD203B41FA5}">
                      <a16:colId xmlns:a16="http://schemas.microsoft.com/office/drawing/2014/main" val="2383779872"/>
                    </a:ext>
                  </a:extLst>
                </a:gridCol>
                <a:gridCol w="1390261">
                  <a:extLst>
                    <a:ext uri="{9D8B030D-6E8A-4147-A177-3AD203B41FA5}">
                      <a16:colId xmlns:a16="http://schemas.microsoft.com/office/drawing/2014/main" val="3007410513"/>
                    </a:ext>
                  </a:extLst>
                </a:gridCol>
              </a:tblGrid>
              <a:tr h="1996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Publication Details</a:t>
                      </a:r>
                    </a:p>
                  </a:txBody>
                  <a:tcPr marL="23210" marR="23210" marT="11605" marB="116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23210" marR="23210" marT="11605" marB="116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Used</a:t>
                      </a:r>
                    </a:p>
                  </a:txBody>
                  <a:tcPr marL="23210" marR="23210" marT="11605" marB="116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</a:p>
                  </a:txBody>
                  <a:tcPr marL="23210" marR="23210" marT="11605" marB="116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</a:p>
                  </a:txBody>
                  <a:tcPr marL="23210" marR="23210" marT="11605" marB="116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marL="23210" marR="23210" marT="11605" marB="11605" anchor="ctr"/>
                </a:tc>
                <a:extLst>
                  <a:ext uri="{0D108BD9-81ED-4DB2-BD59-A6C34878D82A}">
                    <a16:rowId xmlns:a16="http://schemas.microsoft.com/office/drawing/2014/main" val="1190815193"/>
                  </a:ext>
                </a:extLst>
              </a:tr>
              <a:tr h="14123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Year: 2025</a:t>
                      </a: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Title: Text2Schema: Filling the Gap in Designing Database Schemas</a:t>
                      </a:r>
                    </a:p>
                  </a:txBody>
                  <a:tcPr marL="23210" marR="23210" marT="11605" marB="116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Proposes automatic generation of relational database schemas from natural language descriptions and introduces evaluation benchmarks.</a:t>
                      </a:r>
                    </a:p>
                  </a:txBody>
                  <a:tcPr marL="23210" marR="23210" marT="11605" marB="116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Language Models (LLMs), Error Detection &amp; Correction Pipeline</a:t>
                      </a:r>
                    </a:p>
                  </a:txBody>
                  <a:tcPr marL="23210" marR="23210" marT="11605" marB="116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Text2Schema Benchmark Dataset (synthetic + structured schema samples)</a:t>
                      </a:r>
                    </a:p>
                  </a:txBody>
                  <a:tcPr marL="23210" marR="23210" marT="11605" marB="116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improved schema accuracy using multi-stage correction framework.</a:t>
                      </a:r>
                    </a:p>
                  </a:txBody>
                  <a:tcPr marL="23210" marR="23210" marT="11605" marB="116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high-quality prompts; performance varies with domain complexity.</a:t>
                      </a:r>
                    </a:p>
                  </a:txBody>
                  <a:tcPr marL="23210" marR="23210" marT="11605" marB="11605" anchor="ctr"/>
                </a:tc>
                <a:extLst>
                  <a:ext uri="{0D108BD9-81ED-4DB2-BD59-A6C34878D82A}">
                    <a16:rowId xmlns:a16="http://schemas.microsoft.com/office/drawing/2014/main" val="310918783"/>
                  </a:ext>
                </a:extLst>
              </a:tr>
              <a:tr h="13257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Year: 2025</a:t>
                      </a: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Title: </a:t>
                      </a:r>
                      <a:r>
                        <a:rPr lang="en-US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SchemaAgent</a:t>
                      </a: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A Multi-Agent Framework for Generating Relational Database Schema</a:t>
                      </a:r>
                    </a:p>
                  </a:txBody>
                  <a:tcPr marL="23210" marR="23210" marT="11605" marB="116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Introduces a role-based multi-agent system that mimics manual database design process using reasoning agents.</a:t>
                      </a:r>
                    </a:p>
                  </a:txBody>
                  <a:tcPr marL="23210" marR="23210" marT="11605" marB="116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Multi-Agent LLM Framework (Planner, Designer, Evaluator Agents)</a:t>
                      </a:r>
                    </a:p>
                  </a:txBody>
                  <a:tcPr marL="23210" marR="23210" marT="11605" marB="116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RSchema Dataset (Requirement-to-Schema mapping)</a:t>
                      </a:r>
                    </a:p>
                  </a:txBody>
                  <a:tcPr marL="23210" marR="23210" marT="11605" marB="116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structural correctness through agent collaboration and reflection.</a:t>
                      </a:r>
                    </a:p>
                  </a:txBody>
                  <a:tcPr marL="23210" marR="23210" marT="11605" marB="116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computational cost; complex orchestration of agents.</a:t>
                      </a:r>
                    </a:p>
                  </a:txBody>
                  <a:tcPr marL="23210" marR="23210" marT="11605" marB="11605" anchor="ctr"/>
                </a:tc>
                <a:extLst>
                  <a:ext uri="{0D108BD9-81ED-4DB2-BD59-A6C34878D82A}">
                    <a16:rowId xmlns:a16="http://schemas.microsoft.com/office/drawing/2014/main" val="3763785895"/>
                  </a:ext>
                </a:extLst>
              </a:tr>
              <a:tr h="12390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Year: 2024</a:t>
                      </a:r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Title: Generating Database Schema from Requirement Specifications using NLP and LLM</a:t>
                      </a:r>
                    </a:p>
                  </a:txBody>
                  <a:tcPr marL="23210" marR="23210" marT="11605" marB="116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NLP techniques combined with LLM to extract entities and generate ER diagrams and SQL DDL scripts.</a:t>
                      </a:r>
                    </a:p>
                  </a:txBody>
                  <a:tcPr marL="23210" marR="23210" marT="11605" marB="116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NLP + LLM Hybrid Model</a:t>
                      </a:r>
                    </a:p>
                  </a:txBody>
                  <a:tcPr marL="23210" marR="23210" marT="11605" marB="116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Requirement documents and synthetic project descriptions</a:t>
                      </a:r>
                    </a:p>
                  </a:txBody>
                  <a:tcPr marL="23210" marR="23210" marT="11605" marB="116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Successfully generated ER diagrams and SQL statements automatically.</a:t>
                      </a:r>
                    </a:p>
                  </a:txBody>
                  <a:tcPr marL="23210" marR="23210" marT="11605" marB="116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handling of ambiguous requirements; needs human validation.</a:t>
                      </a:r>
                    </a:p>
                  </a:txBody>
                  <a:tcPr marL="23210" marR="23210" marT="11605" marB="11605" anchor="ctr"/>
                </a:tc>
                <a:extLst>
                  <a:ext uri="{0D108BD9-81ED-4DB2-BD59-A6C34878D82A}">
                    <a16:rowId xmlns:a16="http://schemas.microsoft.com/office/drawing/2014/main" val="2194316178"/>
                  </a:ext>
                </a:extLst>
              </a:tr>
              <a:tr h="8926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Year: 2024</a:t>
                      </a:r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Title: A Survey of Text-to-SQL Systems in the Era of LLMs</a:t>
                      </a:r>
                    </a:p>
                  </a:txBody>
                  <a:tcPr marL="23210" marR="23210" marT="11605" marB="116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Reviews advancements in converting natural language into structured SQL queries.</a:t>
                      </a:r>
                    </a:p>
                  </a:txBody>
                  <a:tcPr marL="23210" marR="23210" marT="11605" marB="116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GPT-based Models, Fine-Tuned Transformers</a:t>
                      </a:r>
                    </a:p>
                  </a:txBody>
                  <a:tcPr marL="23210" marR="23210" marT="11605" marB="116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Spider Dataset, WikiSQL</a:t>
                      </a:r>
                    </a:p>
                  </a:txBody>
                  <a:tcPr marL="23210" marR="23210" marT="11605" marB="116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LLM-based systems significantly improved query accuracy.</a:t>
                      </a:r>
                    </a:p>
                  </a:txBody>
                  <a:tcPr marL="23210" marR="23210" marT="11605" marB="116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 query generation, not schema design.</a:t>
                      </a:r>
                    </a:p>
                  </a:txBody>
                  <a:tcPr marL="23210" marR="23210" marT="11605" marB="11605" anchor="ctr"/>
                </a:tc>
                <a:extLst>
                  <a:ext uri="{0D108BD9-81ED-4DB2-BD59-A6C34878D82A}">
                    <a16:rowId xmlns:a16="http://schemas.microsoft.com/office/drawing/2014/main" val="1694501134"/>
                  </a:ext>
                </a:extLst>
              </a:tr>
              <a:tr h="9792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Year: 2025</a:t>
                      </a:r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Title: Gen-SQL: Generate-Ground-Regenerate Framework</a:t>
                      </a:r>
                    </a:p>
                  </a:txBody>
                  <a:tcPr marL="23210" marR="23210" marT="11605" marB="116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Proposes iterative refinement of SQL queries using pseudo-schema grounding for accuracy.</a:t>
                      </a:r>
                    </a:p>
                  </a:txBody>
                  <a:tcPr marL="23210" marR="23210" marT="11605" marB="116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 with Generate-Ground-Regenerate Strategy</a:t>
                      </a:r>
                    </a:p>
                  </a:txBody>
                  <a:tcPr marL="23210" marR="23210" marT="11605" marB="116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Spider &amp; Complex SQL Benchmarks</a:t>
                      </a:r>
                    </a:p>
                  </a:txBody>
                  <a:tcPr marL="23210" marR="23210" marT="11605" marB="116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 syntax and logical errors in SQL generation.</a:t>
                      </a:r>
                    </a:p>
                  </a:txBody>
                  <a:tcPr marL="23210" marR="23210" marT="11605" marB="116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Designed for query correction, not full schema generation.</a:t>
                      </a:r>
                    </a:p>
                  </a:txBody>
                  <a:tcPr marL="23210" marR="23210" marT="11605" marB="11605" anchor="ctr"/>
                </a:tc>
                <a:extLst>
                  <a:ext uri="{0D108BD9-81ED-4DB2-BD59-A6C34878D82A}">
                    <a16:rowId xmlns:a16="http://schemas.microsoft.com/office/drawing/2014/main" val="257837125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816"/>
            <a:ext cx="8229600" cy="1143000"/>
          </a:xfrm>
        </p:spPr>
        <p:txBody>
          <a:bodyPr/>
          <a:lstStyle/>
          <a:p>
            <a:r>
              <a:rPr 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and Requirements</a:t>
            </a:r>
            <a:endParaRPr lang="en-IN" sz="3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171" y="1133749"/>
            <a:ext cx="8229600" cy="430599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  <a:p>
            <a:pPr rtl="0" eaLnBrk="0" hangingPunct="0">
              <a:lnSpc>
                <a:spcPct val="150000"/>
              </a:lnSpc>
              <a:spcBef>
                <a:spcPct val="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dataset containing:</a:t>
            </a:r>
          </a:p>
          <a:p>
            <a:pPr lvl="1" rtl="0" eaLnBrk="0" hangingPunct="0">
              <a:lnSpc>
                <a:spcPct val="150000"/>
              </a:lnSpc>
              <a:spcBef>
                <a:spcPct val="0"/>
              </a:spcBef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description</a:t>
            </a:r>
          </a:p>
          <a:p>
            <a:pPr lvl="1" rtl="0" eaLnBrk="0" hangingPunct="0">
              <a:lnSpc>
                <a:spcPct val="150000"/>
              </a:lnSpc>
              <a:spcBef>
                <a:spcPct val="0"/>
              </a:spcBef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entities</a:t>
            </a:r>
          </a:p>
          <a:p>
            <a:pPr marL="0" indent="0" rtl="0" eaLnBrk="0" hangingPunct="0">
              <a:lnSpc>
                <a:spcPct val="150000"/>
              </a:lnSpc>
              <a:spcBef>
                <a:spcPct val="0"/>
              </a:spcBef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pPr marL="0" indent="0" rtl="0" eaLnBrk="0" hangingPunct="0">
              <a:lnSpc>
                <a:spcPct val="150000"/>
              </a:lnSpc>
              <a:spcBef>
                <a:spcPct val="0"/>
              </a:spcBef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Description: Students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enroll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courses  </a:t>
            </a:r>
          </a:p>
          <a:p>
            <a:pPr marL="0" indent="0" rtl="0" eaLnBrk="0" hangingPunct="0">
              <a:lnSpc>
                <a:spcPct val="150000"/>
              </a:lnSpc>
              <a:spcBef>
                <a:spcPct val="0"/>
              </a:spcBef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Expected Entities: Student | Course |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Enrollment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(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Ollama (LLM)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 dataset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Graphviz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(for ER diagrams)</a:t>
            </a:r>
          </a:p>
          <a:p>
            <a:pPr marL="0" indent="0" rtl="0" eaLnBrk="0" hangingPunct="0">
              <a:lnSpc>
                <a:spcPct val="150000"/>
              </a:lnSpc>
              <a:spcBef>
                <a:spcPct val="0"/>
              </a:spcBef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BFACE-15AC-CFDA-D5B7-617683642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9721"/>
          </a:xfrm>
        </p:spPr>
        <p:txBody>
          <a:bodyPr/>
          <a:lstStyle/>
          <a:p>
            <a:r>
              <a:rPr lang="en-IN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Aglorithms</a:t>
            </a:r>
            <a:endParaRPr lang="en-I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F864C0-C8E7-4491-E6A7-3C314967BF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9167" y="1287624"/>
                <a:ext cx="8229600" cy="4735903"/>
              </a:xfrm>
            </p:spPr>
            <p:txBody>
              <a:bodyPr/>
              <a:lstStyle/>
              <a:p>
                <a:pPr>
                  <a:buNone/>
                </a:pPr>
                <a:r>
                  <a:rPr lang="en-I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1. Retrieval-Augmented Response Algorithm</a:t>
                </a:r>
              </a:p>
              <a:p>
                <a:pPr>
                  <a:buNone/>
                </a:pPr>
                <a:r>
                  <a:rPr lang="en-I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Input:</a:t>
                </a:r>
                <a:br>
                  <a:rPr lang="en-I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User query </a:t>
                </a:r>
                <a14:m>
                  <m:oMath xmlns:m="http://schemas.openxmlformats.org/officeDocument/2006/math">
                    <m:r>
                      <a:rPr lang="en-IN" sz="12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I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document chunks </a:t>
                </a:r>
                <a14:m>
                  <m:oMath xmlns:m="http://schemas.openxmlformats.org/officeDocument/2006/math">
                    <m:r>
                      <a:rPr lang="en-IN" sz="12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1200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2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ar-AE" sz="12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2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ar-AE" sz="12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r>
                          <a:rPr lang="ar-AE" sz="1200" i="0">
                            <a:latin typeface="Cambria Math" panose="02040503050406030204" pitchFamily="18" charset="0"/>
                          </a:rPr>
                          <m:t>.</m:t>
                        </m:r>
                      </m:e>
                      <m:e>
                        <m:r>
                          <a:rPr lang="ar-AE" sz="1200" i="0">
                            <a:latin typeface="Cambria Math" panose="02040503050406030204" pitchFamily="18" charset="0"/>
                          </a:rPr>
                          <m:t>..</m:t>
                        </m:r>
                        <m:sSub>
                          <m:sSubPr>
                            <m:ctrlPr>
                              <a:rPr lang="ar-AE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2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ar-AE" sz="1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ar-AE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I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Process:</a:t>
                </a:r>
                <a:endParaRPr lang="en-IN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Convert documents into embeddings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Convert query into embedding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 similarity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Retrieve top relevant chunks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Generate response using LLM 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12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200" i="1">
                          <a:latin typeface="Cambria Math" panose="02040503050406030204" pitchFamily="18" charset="0"/>
                        </a:rPr>
                        <m:t>𝐿𝐿𝑀</m:t>
                      </m:r>
                      <m:d>
                        <m:dPr>
                          <m:sepChr m:val=","/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</m:oMath>
                  </m:oMathPara>
                </a14:m>
                <a:endParaRPr lang="ar-AE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I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Output:</a:t>
                </a:r>
                <a:br>
                  <a:rPr lang="en-I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Context-aware academic response</a:t>
                </a:r>
              </a:p>
              <a:p>
                <a:pPr>
                  <a:buNone/>
                </a:pPr>
                <a:endParaRPr lang="en-IN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I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PDF Processing Algorithm</a:t>
                </a:r>
              </a:p>
              <a:p>
                <a:pPr>
                  <a:buNone/>
                </a:pPr>
                <a:r>
                  <a:rPr lang="en-I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Input:</a:t>
                </a:r>
                <a:br>
                  <a:rPr lang="en-I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PDF document</a:t>
                </a:r>
              </a:p>
              <a:p>
                <a:pPr>
                  <a:buNone/>
                </a:pPr>
                <a:r>
                  <a:rPr lang="en-I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Process:</a:t>
                </a:r>
                <a:endParaRPr lang="en-IN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Extract text from PDF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Split into chunks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Convert chunks into embeddings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Store in vector database </a:t>
                </a:r>
              </a:p>
              <a:p>
                <a:pPr>
                  <a:buNone/>
                </a:pPr>
                <a:r>
                  <a:rPr lang="en-I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Output:</a:t>
                </a:r>
                <a:br>
                  <a:rPr lang="en-I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Searchable document representation</a:t>
                </a:r>
              </a:p>
              <a:p>
                <a:pPr>
                  <a:buNone/>
                </a:pPr>
                <a:br>
                  <a:rPr lang="en-IN" sz="900" dirty="0"/>
                </a:br>
                <a:endParaRPr lang="en-IN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F864C0-C8E7-4491-E6A7-3C314967BF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9167" y="1287624"/>
                <a:ext cx="8229600" cy="4735903"/>
              </a:xfrm>
              <a:blipFill>
                <a:blip r:embed="rId2"/>
                <a:stretch>
                  <a:fillRect b="-48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2089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78511F-5397-F63F-3D89-558AA391D686}"/>
                  </a:ext>
                </a:extLst>
              </p:cNvPr>
              <p:cNvSpPr txBox="1"/>
              <p:nvPr/>
            </p:nvSpPr>
            <p:spPr>
              <a:xfrm>
                <a:off x="513184" y="-139959"/>
                <a:ext cx="6223518" cy="65169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endPara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URL Content Processing Algorithm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Input: </a:t>
                </a: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URL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Process:</a:t>
                </a:r>
                <a:endPara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Fetch webpage content </a:t>
                </a: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Clean HTML </a:t>
                </a: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Split into segments </a:t>
                </a: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Convert into embeddings 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Output:</a:t>
                </a:r>
                <a:b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Processed web content for querying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Predictive Analytics Algorithm (Random Forest)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Input:</a:t>
                </a: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Feature matrix </a:t>
                </a:r>
                <a14:m>
                  <m:oMath xmlns:m="http://schemas.openxmlformats.org/officeDocument/2006/math">
                    <m:r>
                      <a:rPr lang="en-IN" sz="14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labels </a:t>
                </a:r>
                <a14:m>
                  <m:oMath xmlns:m="http://schemas.openxmlformats.org/officeDocument/2006/math">
                    <m:r>
                      <a:rPr lang="en-IN" sz="14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Process:</a:t>
                </a:r>
                <a:endPara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Train Random Forest model 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Learn patterns 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Predict student performance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ar-AE" sz="1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ar-AE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Output:</a:t>
                </a:r>
                <a:b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Predicted performance category</a:t>
                </a:r>
              </a:p>
              <a:p>
                <a:pPr>
                  <a:lnSpc>
                    <a:spcPct val="150000"/>
                  </a:lnSpc>
                  <a:buNone/>
                </a:pPr>
                <a:endPara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78511F-5397-F63F-3D89-558AA391D6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184" y="-139959"/>
                <a:ext cx="6223518" cy="6516977"/>
              </a:xfrm>
              <a:prstGeom prst="rect">
                <a:avLst/>
              </a:prstGeom>
              <a:blipFill>
                <a:blip r:embed="rId2"/>
                <a:stretch>
                  <a:fillRect l="-2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6899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1667B7F-853D-5AA3-3186-9466248B4C75}"/>
                  </a:ext>
                </a:extLst>
              </p:cNvPr>
              <p:cNvSpPr txBox="1"/>
              <p:nvPr/>
            </p:nvSpPr>
            <p:spPr>
              <a:xfrm>
                <a:off x="606490" y="326788"/>
                <a:ext cx="7315200" cy="65312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en-I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5. Model Comparison Algorithm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Process:</a:t>
                </a:r>
                <a:endPara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Train Logistic Regression 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Train Random Forest 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Compare accuracy, precision, recall 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ar-AE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sz="1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𝐿𝑅</m:t>
                          </m:r>
                        </m:sub>
                      </m:sSub>
                      <m:r>
                        <a:rPr lang="ar-AE" sz="1400" i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ar-AE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sz="1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𝑅𝐹</m:t>
                          </m:r>
                        </m:sub>
                      </m:sSub>
                    </m:oMath>
                  </m:oMathPara>
                </a14:m>
                <a:endParaRPr lang="ar-AE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Output:</a:t>
                </a:r>
                <a:b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Best performing model</a:t>
                </a:r>
              </a:p>
              <a:p>
                <a:pPr>
                  <a:lnSpc>
                    <a:spcPct val="150000"/>
                  </a:lnSpc>
                  <a:buNone/>
                </a:pPr>
                <a:endPara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6. Multilingual Query Processing Algorithm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Input:</a:t>
                </a:r>
                <a:b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User query </a:t>
                </a:r>
                <a14:m>
                  <m:oMath xmlns:m="http://schemas.openxmlformats.org/officeDocument/2006/math">
                    <m:r>
                      <a:rPr lang="en-IN" sz="14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Process:</a:t>
                </a:r>
                <a:endPara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Detect language 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Translate to English 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Pass to retrieval system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ar-AE" sz="140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ar-AE" sz="1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400" i="1">
                          <a:latin typeface="Cambria Math" panose="02040503050406030204" pitchFamily="18" charset="0"/>
                        </a:rPr>
                        <m:t>𝑇𝑟𝑎𝑛𝑠𝑙𝑎𝑡𝑒</m:t>
                      </m:r>
                      <m:d>
                        <m:dPr>
                          <m:sepChr m:val=","/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e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ar-AE" sz="140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𝐸𝑁</m:t>
                          </m:r>
                        </m:e>
                      </m:d>
                    </m:oMath>
                  </m:oMathPara>
                </a14:m>
                <a:endParaRPr lang="ar-AE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Output:</a:t>
                </a:r>
                <a:b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Language-independent response</a:t>
                </a:r>
              </a:p>
              <a:p>
                <a:pPr>
                  <a:lnSpc>
                    <a:spcPct val="150000"/>
                  </a:lnSpc>
                  <a:buNone/>
                </a:pPr>
                <a:endPara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1667B7F-853D-5AA3-3186-9466248B4C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490" y="326788"/>
                <a:ext cx="7315200" cy="6531212"/>
              </a:xfrm>
              <a:prstGeom prst="rect">
                <a:avLst/>
              </a:prstGeom>
              <a:blipFill>
                <a:blip r:embed="rId2"/>
                <a:stretch>
                  <a:fillRect l="-2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6674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390970" y="141678"/>
            <a:ext cx="8362059" cy="6947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Entity Extraction Algorithm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requirement text 𝑇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lnSpc>
                <a:spcPct val="150000"/>
              </a:lnSpc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Perform tokenization on 𝑇.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Apply Part-of-Speech tagging on tokens.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Extract noun terms as candidate entities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 Remove stop words and duplicate entities.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 Identify attribute terms linked to each entity.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of extracted entities 𝐸 and attributes 𝐴.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Relationship Detection Algorithm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of entities 𝐸 = {e₁, e₂, …, eₙ}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(1) Analyze verbs connecting entities in text.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For each pair (eᵢ, eⱼ), determine relationship rᵢⱼ.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Determine relationship type (1:1, 1:N, M:N).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 Form relationship set 𝑅 = {(eᵢ, eⱼ, type)}.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of relationships 𝑅.</a:t>
            </a:r>
          </a:p>
          <a:p>
            <a:pPr marL="0" indent="0">
              <a:lnSpc>
                <a:spcPct val="150000"/>
              </a:lnSpc>
              <a:buNone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0FEB8B-ED6E-163A-6EEF-76EE57772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327" y="4078032"/>
            <a:ext cx="1286054" cy="20005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530" y="213069"/>
            <a:ext cx="8403697" cy="6431862"/>
          </a:xfrm>
        </p:spPr>
        <p:txBody>
          <a:bodyPr/>
          <a:lstStyle/>
          <a:p>
            <a:pPr>
              <a:lnSpc>
                <a:spcPct val="150000"/>
              </a:lnSpc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Schema Generation Algorithm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Entities 𝐸 and relationships 𝑅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For each entity e ∈ 𝐸, create a table.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Add attributes as columns for each table.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Assign primary key (id) for each table.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 For each relationship: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  (a) If 1:N → add foreign key in N-side table.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  (b) If M:N → create a junction table.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 Add constraints (PRIMARY KEY, FOREIGN KEY).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schema statements</a:t>
            </a:r>
          </a:p>
          <a:p>
            <a:pPr>
              <a:lnSpc>
                <a:spcPct val="150000"/>
              </a:lnSpc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ER Diagram Generation Algorithm</a:t>
            </a:r>
          </a:p>
          <a:p>
            <a:pPr>
              <a:lnSpc>
                <a:spcPct val="150000"/>
              </a:lnSpc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Entities 𝐸 and relationships 𝑅</a:t>
            </a:r>
          </a:p>
          <a:p>
            <a:pPr>
              <a:lnSpc>
                <a:spcPct val="150000"/>
              </a:lnSpc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Create nodes for each entity.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Add attributes to corresponding entities.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Draw edges between entities based on relationships.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 Label edges with relationship types.</a:t>
            </a:r>
          </a:p>
          <a:p>
            <a:pPr>
              <a:lnSpc>
                <a:spcPct val="150000"/>
              </a:lnSpc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 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 representation</a:t>
            </a:r>
          </a:p>
          <a:p>
            <a:pPr>
              <a:lnSpc>
                <a:spcPct val="150000"/>
              </a:lnSpc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70450-8446-623F-74A1-2C8EE5555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A55DC-A607-F784-1457-B288CD645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771" y="620069"/>
            <a:ext cx="8388457" cy="5123184"/>
          </a:xfrm>
        </p:spPr>
        <p:txBody>
          <a:bodyPr/>
          <a:lstStyle/>
          <a:p>
            <a:pPr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Schema Validation Algorithm (Dataset-Based)</a:t>
            </a:r>
          </a:p>
          <a:p>
            <a:pPr>
              <a:lnSpc>
                <a:spcPct val="15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entities 𝐸₍g₎, expected entities 𝐸₍e₎</a:t>
            </a:r>
          </a:p>
          <a:p>
            <a:pPr>
              <a:lnSpc>
                <a:spcPct val="15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Convert both entity sets to comparable format.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Compute intersection:</a:t>
            </a:r>
          </a:p>
          <a:p>
            <a:pPr>
              <a:lnSpc>
                <a:spcPct val="150000"/>
              </a:lnSpc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</a:p>
          <a:p>
            <a:pPr>
              <a:lnSpc>
                <a:spcPct val="150000"/>
              </a:lnSpc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(3) Count correct entities |𝐶|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 Compute total expected entities 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 Calculate accuracy:</a:t>
            </a:r>
          </a:p>
          <a:p>
            <a:pPr>
              <a:lnSpc>
                <a:spcPct val="150000"/>
              </a:lnSpc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  </a:t>
            </a:r>
          </a:p>
          <a:p>
            <a:pPr>
              <a:lnSpc>
                <a:spcPct val="150000"/>
              </a:lnSpc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Output: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Validation score (Accuracy %)</a:t>
            </a:r>
          </a:p>
          <a:p>
            <a:pPr marL="0" indent="0">
              <a:lnSpc>
                <a:spcPct val="150000"/>
              </a:lnSpc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0AFC0F-89B1-AAE2-9721-237794485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678" y="2952182"/>
            <a:ext cx="1209844" cy="2476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131726-18E8-F471-DD93-86F81EE7F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1942" y="4480790"/>
            <a:ext cx="2229161" cy="181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93A2E0-D99B-54B3-9F94-901D85D383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2522" y="3697553"/>
            <a:ext cx="448000" cy="2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9484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Title 1"/>
          <p:cNvSpPr>
            <a:spLocks noGrp="1"/>
          </p:cNvSpPr>
          <p:nvPr>
            <p:ph type="title"/>
          </p:nvPr>
        </p:nvSpPr>
        <p:spPr>
          <a:xfrm>
            <a:off x="457200" y="-317"/>
            <a:ext cx="8229600" cy="1143000"/>
          </a:xfrm>
        </p:spPr>
        <p:txBody>
          <a:bodyPr/>
          <a:lstStyle/>
          <a:p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93670" y="5176086"/>
            <a:ext cx="3356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1: Architecture Diagram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E247AF-E5EB-A92E-9BA5-4D19BEADA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30936"/>
            <a:ext cx="9144000" cy="319612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68F2A-C717-63B3-5E8A-DE3C384F4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380" y="242198"/>
            <a:ext cx="7886700" cy="75952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obtained in IPLA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9B1E99-6AA0-3C69-4E76-D0CB9FBCD6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090" y="2104798"/>
            <a:ext cx="4384523" cy="26484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9E7958-9D11-118C-B902-B9077532CD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9555"/>
          <a:stretch>
            <a:fillRect/>
          </a:stretch>
        </p:blipFill>
        <p:spPr>
          <a:xfrm>
            <a:off x="4653389" y="2074318"/>
            <a:ext cx="4316754" cy="27093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29646C-F169-F832-2E79-371D712FDCFC}"/>
              </a:ext>
            </a:extLst>
          </p:cNvPr>
          <p:cNvSpPr txBox="1"/>
          <p:nvPr/>
        </p:nvSpPr>
        <p:spPr>
          <a:xfrm>
            <a:off x="2798833" y="5091248"/>
            <a:ext cx="3383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2: Chatbot responses: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90876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118C05-E46B-CD9A-CF3B-336A9FFA64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2657" y="339598"/>
            <a:ext cx="5728189" cy="22470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81945E-B38F-2777-AFE7-FCEB7860B4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025" y="3189123"/>
            <a:ext cx="5661821" cy="25294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F087C07-430D-2699-B7F3-398FC1287934}"/>
              </a:ext>
            </a:extLst>
          </p:cNvPr>
          <p:cNvSpPr txBox="1"/>
          <p:nvPr/>
        </p:nvSpPr>
        <p:spPr>
          <a:xfrm>
            <a:off x="3080967" y="2703240"/>
            <a:ext cx="2662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3.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</a:t>
            </a:r>
            <a:endParaRPr lang="en-IN" sz="13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42F54B-4D95-77B5-2F0A-0A7C398D6DA0}"/>
              </a:ext>
            </a:extLst>
          </p:cNvPr>
          <p:cNvSpPr txBox="1"/>
          <p:nvPr/>
        </p:nvSpPr>
        <p:spPr>
          <a:xfrm>
            <a:off x="2992327" y="5718621"/>
            <a:ext cx="3025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4.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13501240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3D959A-B7DA-51DF-971F-800BC1F94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676" y="1304968"/>
            <a:ext cx="6224483" cy="30676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F02E46F-D46A-E2BB-B83C-8D8C11367F79}"/>
              </a:ext>
            </a:extLst>
          </p:cNvPr>
          <p:cNvSpPr txBox="1"/>
          <p:nvPr/>
        </p:nvSpPr>
        <p:spPr>
          <a:xfrm>
            <a:off x="2839060" y="4631482"/>
            <a:ext cx="3465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5: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support</a:t>
            </a:r>
          </a:p>
        </p:txBody>
      </p:sp>
    </p:spTree>
    <p:extLst>
      <p:ext uri="{BB962C8B-B14F-4D97-AF65-F5344CB8AC3E}">
        <p14:creationId xmlns:p14="http://schemas.microsoft.com/office/powerpoint/2010/main" val="20556778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F9B7713-4F72-CF34-0DF2-EF458A30D58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6967" y="4979731"/>
          <a:ext cx="5807403" cy="107404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09358">
                  <a:extLst>
                    <a:ext uri="{9D8B030D-6E8A-4147-A177-3AD203B41FA5}">
                      <a16:colId xmlns:a16="http://schemas.microsoft.com/office/drawing/2014/main" val="2268674549"/>
                    </a:ext>
                  </a:extLst>
                </a:gridCol>
                <a:gridCol w="1081052">
                  <a:extLst>
                    <a:ext uri="{9D8B030D-6E8A-4147-A177-3AD203B41FA5}">
                      <a16:colId xmlns:a16="http://schemas.microsoft.com/office/drawing/2014/main" val="3168633859"/>
                    </a:ext>
                  </a:extLst>
                </a:gridCol>
                <a:gridCol w="941083">
                  <a:extLst>
                    <a:ext uri="{9D8B030D-6E8A-4147-A177-3AD203B41FA5}">
                      <a16:colId xmlns:a16="http://schemas.microsoft.com/office/drawing/2014/main" val="4124473267"/>
                    </a:ext>
                  </a:extLst>
                </a:gridCol>
                <a:gridCol w="941083">
                  <a:extLst>
                    <a:ext uri="{9D8B030D-6E8A-4147-A177-3AD203B41FA5}">
                      <a16:colId xmlns:a16="http://schemas.microsoft.com/office/drawing/2014/main" val="1569162799"/>
                    </a:ext>
                  </a:extLst>
                </a:gridCol>
                <a:gridCol w="1634827">
                  <a:extLst>
                    <a:ext uri="{9D8B030D-6E8A-4147-A177-3AD203B41FA5}">
                      <a16:colId xmlns:a16="http://schemas.microsoft.com/office/drawing/2014/main" val="967101051"/>
                    </a:ext>
                  </a:extLst>
                </a:gridCol>
              </a:tblGrid>
              <a:tr h="331283">
                <a:tc>
                  <a:txBody>
                    <a:bodyPr/>
                    <a:lstStyle/>
                    <a:p>
                      <a:pPr marL="539750" algn="l">
                        <a:buNone/>
                      </a:pPr>
                      <a:r>
                        <a:rPr lang="en-IN" sz="900" dirty="0">
                          <a:effectLst/>
                        </a:rPr>
                        <a:t>Model</a:t>
                      </a:r>
                      <a:endParaRPr lang="en-IN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539750" algn="l">
                        <a:buNone/>
                      </a:pPr>
                      <a:r>
                        <a:rPr lang="en-IN" sz="900" dirty="0">
                          <a:effectLst/>
                        </a:rPr>
                        <a:t>Accuracy</a:t>
                      </a:r>
                      <a:endParaRPr lang="en-IN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539750" algn="l">
                        <a:buNone/>
                      </a:pPr>
                      <a:r>
                        <a:rPr lang="en-IN" sz="900" dirty="0">
                          <a:effectLst/>
                        </a:rPr>
                        <a:t>Precision</a:t>
                      </a:r>
                      <a:endParaRPr lang="en-IN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539750" algn="l">
                        <a:buNone/>
                      </a:pPr>
                      <a:r>
                        <a:rPr lang="en-IN" sz="900" dirty="0">
                          <a:effectLst/>
                        </a:rPr>
                        <a:t>Recall</a:t>
                      </a:r>
                      <a:endParaRPr lang="en-IN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539750" algn="l">
                        <a:buNone/>
                      </a:pPr>
                      <a:r>
                        <a:rPr lang="en-IN" sz="900">
                          <a:effectLst/>
                        </a:rPr>
                        <a:t>F1-score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2351252934"/>
                  </a:ext>
                </a:extLst>
              </a:tr>
              <a:tr h="331607">
                <a:tc>
                  <a:txBody>
                    <a:bodyPr/>
                    <a:lstStyle/>
                    <a:p>
                      <a:pPr marL="539750" algn="l">
                        <a:buNone/>
                      </a:pPr>
                      <a:r>
                        <a:rPr lang="en-IN" sz="900" dirty="0">
                          <a:effectLst/>
                        </a:rPr>
                        <a:t>Logistic Regression</a:t>
                      </a:r>
                      <a:endParaRPr lang="en-IN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539750" algn="l">
                        <a:buNone/>
                      </a:pPr>
                      <a:r>
                        <a:rPr lang="en-IN" sz="900">
                          <a:effectLst/>
                        </a:rPr>
                        <a:t>0.832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539750" algn="l">
                        <a:buNone/>
                      </a:pPr>
                      <a:r>
                        <a:rPr lang="en-IN" sz="900" dirty="0">
                          <a:effectLst/>
                        </a:rPr>
                        <a:t>0.870</a:t>
                      </a:r>
                      <a:endParaRPr lang="en-IN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539750" algn="l">
                        <a:buNone/>
                      </a:pPr>
                      <a:r>
                        <a:rPr lang="en-IN" sz="900">
                          <a:effectLst/>
                        </a:rPr>
                        <a:t>0.802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539750" algn="l">
                        <a:buNone/>
                      </a:pPr>
                      <a:r>
                        <a:rPr lang="en-IN" sz="900">
                          <a:effectLst/>
                        </a:rPr>
                        <a:t>0.835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2193245151"/>
                  </a:ext>
                </a:extLst>
              </a:tr>
              <a:tr h="331283">
                <a:tc>
                  <a:txBody>
                    <a:bodyPr/>
                    <a:lstStyle/>
                    <a:p>
                      <a:pPr marL="539750" algn="l">
                        <a:buNone/>
                      </a:pPr>
                      <a:r>
                        <a:rPr lang="en-IN" sz="900" dirty="0">
                          <a:effectLst/>
                        </a:rPr>
                        <a:t>Random Forest</a:t>
                      </a:r>
                      <a:endParaRPr lang="en-IN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539750" algn="l">
                        <a:buNone/>
                      </a:pPr>
                      <a:r>
                        <a:rPr lang="en-IN" sz="900" dirty="0">
                          <a:effectLst/>
                        </a:rPr>
                        <a:t>0.844</a:t>
                      </a:r>
                      <a:endParaRPr lang="en-IN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539750" algn="l">
                        <a:buNone/>
                      </a:pPr>
                      <a:r>
                        <a:rPr lang="en-IN" sz="900" dirty="0">
                          <a:effectLst/>
                        </a:rPr>
                        <a:t>0.869</a:t>
                      </a:r>
                      <a:endParaRPr lang="en-IN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539750" algn="l">
                        <a:buNone/>
                      </a:pPr>
                      <a:r>
                        <a:rPr lang="en-IN" sz="900" dirty="0">
                          <a:effectLst/>
                        </a:rPr>
                        <a:t>0.830</a:t>
                      </a:r>
                      <a:endParaRPr lang="en-IN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539750" algn="l">
                        <a:buNone/>
                      </a:pPr>
                      <a:r>
                        <a:rPr lang="en-IN" sz="900" dirty="0">
                          <a:effectLst/>
                        </a:rPr>
                        <a:t>0.849</a:t>
                      </a:r>
                      <a:endParaRPr lang="en-IN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396741162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0C2560F-1A66-959E-B5B3-72D6A4B8D0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875" y="485816"/>
            <a:ext cx="3778562" cy="25190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A45E31-5106-B72F-C652-B4BF8F423E77}"/>
              </a:ext>
            </a:extLst>
          </p:cNvPr>
          <p:cNvSpPr txBox="1"/>
          <p:nvPr/>
        </p:nvSpPr>
        <p:spPr>
          <a:xfrm>
            <a:off x="927959" y="306433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6: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732E4A-FF11-9B30-3E40-D8900CFDC4D5}"/>
              </a:ext>
            </a:extLst>
          </p:cNvPr>
          <p:cNvSpPr txBox="1"/>
          <p:nvPr/>
        </p:nvSpPr>
        <p:spPr>
          <a:xfrm>
            <a:off x="389875" y="4283745"/>
            <a:ext cx="3030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Table-1: Model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comparision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EDAD32-CE5F-9B89-6E61-956939F12D6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9282" y="334150"/>
            <a:ext cx="3771900" cy="287921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543346-80F3-2DC8-CD16-174526407F95}"/>
              </a:ext>
            </a:extLst>
          </p:cNvPr>
          <p:cNvSpPr txBox="1"/>
          <p:nvPr/>
        </p:nvSpPr>
        <p:spPr>
          <a:xfrm>
            <a:off x="5376766" y="336240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7: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60204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C8AA6-9484-CBA3-0495-9FCC0D4CD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Results obtained in Schema design Agent: </a:t>
            </a:r>
            <a:endParaRPr lang="en-IN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164DF9-BB72-7CE1-5848-8E3A9DF467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3225" y="1417638"/>
            <a:ext cx="8229600" cy="387831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51D58C-B493-D92F-E3E1-58E0FAC3ED33}"/>
              </a:ext>
            </a:extLst>
          </p:cNvPr>
          <p:cNvSpPr txBox="1"/>
          <p:nvPr/>
        </p:nvSpPr>
        <p:spPr>
          <a:xfrm>
            <a:off x="2575249" y="5663683"/>
            <a:ext cx="37417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8. Schema Generation Interface 	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83336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58C3EA-742A-AD42-C08F-619F68F86C32}"/>
              </a:ext>
            </a:extLst>
          </p:cNvPr>
          <p:cNvSpPr txBox="1"/>
          <p:nvPr/>
        </p:nvSpPr>
        <p:spPr>
          <a:xfrm>
            <a:off x="2936240" y="287500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Fig 9. Extracted Entities and Attributes 	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3EEFB7-9F21-DDC1-B586-E665DBB9E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034"/>
            <a:ext cx="7792938" cy="28733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43575D-CA14-E1D9-8320-92A1418BD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80" y="3244334"/>
            <a:ext cx="8543109" cy="31623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F0DF08-D200-58EA-B53D-06C5338EE04D}"/>
              </a:ext>
            </a:extLst>
          </p:cNvPr>
          <p:cNvSpPr txBox="1"/>
          <p:nvPr/>
        </p:nvSpPr>
        <p:spPr>
          <a:xfrm>
            <a:off x="2479040" y="632190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Fig 10. Relationship Detection Output 	</a:t>
            </a:r>
          </a:p>
        </p:txBody>
      </p:sp>
    </p:spTree>
    <p:extLst>
      <p:ext uri="{BB962C8B-B14F-4D97-AF65-F5344CB8AC3E}">
        <p14:creationId xmlns:p14="http://schemas.microsoft.com/office/powerpoint/2010/main" val="13859921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F2ECAAF-F094-D879-01DB-C25FDAA84E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83294" y="889117"/>
            <a:ext cx="4420217" cy="425184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979F49-2B1B-1370-F41F-A07B0CC6BA52}"/>
              </a:ext>
            </a:extLst>
          </p:cNvPr>
          <p:cNvSpPr txBox="1"/>
          <p:nvPr/>
        </p:nvSpPr>
        <p:spPr>
          <a:xfrm>
            <a:off x="2892489" y="624363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Fig 11. SQL DDL Generation 	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1F97A6-363F-F781-557D-729BD2976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2530"/>
            <a:ext cx="4013200" cy="5817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397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D5B7C0-9EBA-1994-10E9-98FB2C678FE3}"/>
              </a:ext>
            </a:extLst>
          </p:cNvPr>
          <p:cNvSpPr txBox="1"/>
          <p:nvPr/>
        </p:nvSpPr>
        <p:spPr>
          <a:xfrm>
            <a:off x="2211977" y="569164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Fig 12. ER Diagram Output 	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714781-90AC-933F-14A8-99BB85830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346" y="289325"/>
            <a:ext cx="3993022" cy="5402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5875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551F4-87A5-821F-4763-FC82A0840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FE8F87-BC3D-F271-F687-5DC6EBB688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9075" y="3416020"/>
            <a:ext cx="8229600" cy="1401256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70DC7A-7E9F-D8BD-30F9-30957A54C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169" y="4601073"/>
            <a:ext cx="7025950" cy="21539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C35D74-2057-0931-EF6E-BDB9FF6A2A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075" y="868651"/>
            <a:ext cx="7026044" cy="25603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5D85FD-97E8-E44F-9791-908232C1E940}"/>
              </a:ext>
            </a:extLst>
          </p:cNvPr>
          <p:cNvSpPr txBox="1"/>
          <p:nvPr/>
        </p:nvSpPr>
        <p:spPr>
          <a:xfrm>
            <a:off x="3023119" y="598934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Fig 13. Validation Output 	</a:t>
            </a:r>
          </a:p>
        </p:txBody>
      </p:sp>
    </p:spTree>
    <p:extLst>
      <p:ext uri="{BB962C8B-B14F-4D97-AF65-F5344CB8AC3E}">
        <p14:creationId xmlns:p14="http://schemas.microsoft.com/office/powerpoint/2010/main" val="3542213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817B722-C154-EE93-B223-2BDE9CFA9121}"/>
              </a:ext>
            </a:extLst>
          </p:cNvPr>
          <p:cNvSpPr txBox="1"/>
          <p:nvPr/>
        </p:nvSpPr>
        <p:spPr>
          <a:xfrm>
            <a:off x="457199" y="274638"/>
            <a:ext cx="8612155" cy="52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lnSpc>
                <a:spcPct val="150000"/>
              </a:lnSpc>
              <a:buNone/>
            </a:pP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AI-Powered Automated Database Schema Design Agent.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natural-language software requirements into entities, relationships, SQL DDL, and ER diagrams.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effort in early-stage database design.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useful starting point for students and developers.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results show effective identification of major schema components.</a:t>
            </a:r>
          </a:p>
          <a:p>
            <a:pPr>
              <a:lnSpc>
                <a:spcPct val="150000"/>
              </a:lnSpc>
              <a:buNone/>
            </a:pP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implicit entity and relationship detection.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normalization checks for better schema quality.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multiple SQL dialects such as MySQL and PostgreSQL.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interactive schema refinement by users.</a:t>
            </a:r>
          </a:p>
        </p:txBody>
      </p:sp>
    </p:spTree>
    <p:extLst>
      <p:ext uri="{BB962C8B-B14F-4D97-AF65-F5344CB8AC3E}">
        <p14:creationId xmlns:p14="http://schemas.microsoft.com/office/powerpoint/2010/main" val="40032378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56451"/>
          </a:xfrm>
        </p:spPr>
        <p:txBody>
          <a:bodyPr/>
          <a:lstStyle/>
          <a:p>
            <a:r>
              <a:rPr 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72475"/>
            <a:ext cx="8229600" cy="5421701"/>
          </a:xfrm>
        </p:spPr>
        <p:txBody>
          <a:bodyPr/>
          <a:lstStyle/>
          <a:p>
            <a:pPr>
              <a:lnSpc>
                <a:spcPct val="150000"/>
              </a:lnSpc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Li, X., Chen, Y., Zhang, H. et al. Text2Schema: Filling the Gap in Designing Database Schemas from Natural Language.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arXiv:2503.23886, 2025.</a:t>
            </a:r>
          </a:p>
          <a:p>
            <a:pPr>
              <a:lnSpc>
                <a:spcPct val="150000"/>
              </a:lnSpc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Wang, Z., Liu, Q., and Sun, T.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SchemaAgent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Multi-Agent Framework for Generating Relational Database Schema.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arXiv:2503.23886v1, 2025.</a:t>
            </a:r>
          </a:p>
          <a:p>
            <a:pPr>
              <a:lnSpc>
                <a:spcPct val="150000"/>
              </a:lnSpc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Kumar, R., Sharma, P., and Verma, S. Generating Database Schema from Requirement Specifications Based on Natural Language Processing and Large Language Models. International Journal of Intelligent Systems, 2025.</a:t>
            </a:r>
          </a:p>
          <a:p>
            <a:pPr>
              <a:lnSpc>
                <a:spcPct val="150000"/>
              </a:lnSpc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Deng, N., Chen, Y., and Zhang, X. Recent Advances in Text-to-SQL Generation: A Survey in the Era of Large Language Models.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arXiv:2408.05109, 2024.</a:t>
            </a:r>
          </a:p>
          <a:p>
            <a:pPr>
              <a:lnSpc>
                <a:spcPct val="150000"/>
              </a:lnSpc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Gao, L., Xu, J., and Huang, K. Gen-SQL: Generate-Ground-Regenerate Framework for Text-to-SQL Generation. Proceedings of COLING 2025, pp. 256–267, 2025.</a:t>
            </a:r>
          </a:p>
          <a:p>
            <a:pPr>
              <a:lnSpc>
                <a:spcPct val="150000"/>
              </a:lnSpc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Yu, T., Zhang, R., Yang, K. et al. Spider: A Large-Scale Human-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Labeled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for Complex and Cross-Domain Semantic Parsing and Text-to-SQL Task. Proceedings of EMNLP 2018, pp. 3911–3921, 2018.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2447</TotalTime>
  <Words>1720</Words>
  <Application>Microsoft Office PowerPoint</Application>
  <PresentationFormat>On-screen Show (4:3)</PresentationFormat>
  <Paragraphs>228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Cambria Math</vt:lpstr>
      <vt:lpstr>Times New Roman</vt:lpstr>
      <vt:lpstr>Default Design</vt:lpstr>
      <vt:lpstr>PowerPoint Presentation</vt:lpstr>
      <vt:lpstr>Agenda </vt:lpstr>
      <vt:lpstr>Introduction</vt:lpstr>
      <vt:lpstr>PowerPoint Presentation</vt:lpstr>
      <vt:lpstr>PowerPoint Presentation</vt:lpstr>
      <vt:lpstr>Literature Review</vt:lpstr>
      <vt:lpstr>Datasets and Requirements</vt:lpstr>
      <vt:lpstr>Aglorithms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Architecture Diagram </vt:lpstr>
      <vt:lpstr>Results obtained in IPLA</vt:lpstr>
      <vt:lpstr>PowerPoint Presentation</vt:lpstr>
      <vt:lpstr>PowerPoint Presentation</vt:lpstr>
      <vt:lpstr>PowerPoint Presentation</vt:lpstr>
      <vt:lpstr>Complete Results obtained in Schema design Agent: </vt:lpstr>
      <vt:lpstr>PowerPoint Presentation</vt:lpstr>
      <vt:lpstr>PowerPoint Presentation</vt:lpstr>
      <vt:lpstr>PowerPoint Presentation</vt:lpstr>
      <vt:lpstr>Result Analysis </vt:lpstr>
      <vt:lpstr>PowerPoint Presentation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deepika pudi</dc:creator>
  <cp:lastModifiedBy>yasaswi gorantla</cp:lastModifiedBy>
  <cp:revision>367</cp:revision>
  <dcterms:created xsi:type="dcterms:W3CDTF">2024-07-23T11:13:00Z</dcterms:created>
  <dcterms:modified xsi:type="dcterms:W3CDTF">2026-04-20T07:14:19Z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6CEE095BE3DD434A8D114F4992E851C4_12</vt:lpwstr>
  </property>
  <property fmtid="{D5CDD505-2E9C-101B-9397-08002B2CF9AE}" pid="3" name="KSOProductBuildVer">
    <vt:lpwstr>1033-12.2.0.21931</vt:lpwstr>
  </property>
</Properties>
</file>